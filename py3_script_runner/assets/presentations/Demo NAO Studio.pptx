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nl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sche 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Afbeelding-ko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nl-NL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0E72F9-62E5-ED9D-64CF-07A51E38FE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NAO Studio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4346963-BAAC-B1B7-F72F-F72DF695B7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Een </a:t>
            </a:r>
            <a:r>
              <a:rPr lang="nl-NL" dirty="0" err="1"/>
              <a:t>framework</a:t>
            </a:r>
            <a:r>
              <a:rPr lang="nl-NL" dirty="0"/>
              <a:t> voor </a:t>
            </a:r>
          </a:p>
          <a:p>
            <a:r>
              <a:rPr lang="nl-NL" dirty="0"/>
              <a:t>robot workshops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4F8B3642-0BD4-0205-F348-77AFF3A592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211" y="0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112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875EF2-EA9B-104D-A292-63E75D2AA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33CF6D-1393-281A-6B94-EB904D9E86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098560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{13D6D301-4E0A-4B77-9AF2-91E16EF8ECE9}TF6d5feb1e-e145-43f1-b745-cb4b54c5ee97bd0344da-5365f0786330</Template>
  <TotalTime>3</TotalTime>
  <Words>7</Words>
  <Application>Microsoft Office PowerPoint</Application>
  <PresentationFormat>Breedbeeld</PresentationFormat>
  <Paragraphs>3</Paragraphs>
  <Slides>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5" baseType="lpstr">
      <vt:lpstr>Arial</vt:lpstr>
      <vt:lpstr>Tw Cen MT</vt:lpstr>
      <vt:lpstr>Circuit</vt:lpstr>
      <vt:lpstr>NAO Studio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Frank Kaptein</dc:creator>
  <cp:lastModifiedBy>Frank Kaptein</cp:lastModifiedBy>
  <cp:revision>1</cp:revision>
  <dcterms:created xsi:type="dcterms:W3CDTF">2026-03-12T15:37:40Z</dcterms:created>
  <dcterms:modified xsi:type="dcterms:W3CDTF">2026-03-12T15:41:03Z</dcterms:modified>
</cp:coreProperties>
</file>