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F99C55AA-B7CB-42B0-86F8-08522FDF87E8}">
        <p14:browseMode xmlns:p14="http://schemas.microsoft.com/office/powerpoint/2010/main" showStatus="0"/>
      </p:ex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NL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0E72F9-62E5-ED9D-64CF-07A51E38F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NAO Studio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4346963-BAAC-B1B7-F72F-F72DF695B7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Een </a:t>
            </a:r>
            <a:r>
              <a:rPr lang="nl-NL" dirty="0" err="1"/>
              <a:t>framework</a:t>
            </a:r>
            <a:r>
              <a:rPr lang="nl-NL" dirty="0"/>
              <a:t> voor </a:t>
            </a:r>
          </a:p>
          <a:p>
            <a:r>
              <a:rPr lang="nl-NL" dirty="0"/>
              <a:t>robot workshops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F8B3642-0BD4-0205-F348-77AFF3A59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211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112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875EF2-EA9B-104D-A292-63E75D2AA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agenda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33CF6D-1393-281A-6B94-EB904D9E8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1:  Dialoog manager</a:t>
            </a:r>
          </a:p>
          <a:p>
            <a:r>
              <a:rPr lang="nl-NL" dirty="0"/>
              <a:t>2:  Script runner</a:t>
            </a:r>
          </a:p>
          <a:p>
            <a:r>
              <a:rPr lang="nl-NL" dirty="0"/>
              <a:t>3:  Vragen</a:t>
            </a:r>
          </a:p>
        </p:txBody>
      </p:sp>
    </p:spTree>
    <p:extLst>
      <p:ext uri="{BB962C8B-B14F-4D97-AF65-F5344CB8AC3E}">
        <p14:creationId xmlns:p14="http://schemas.microsoft.com/office/powerpoint/2010/main" val="3720985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C3DB7-B448-21A0-A3B7-ED702F5ED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D5E6DE-3513-FC91-D25B-4368D0DD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trike="sngStrike" dirty="0"/>
              <a:t>agenda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9BEAAF3-D41C-094F-760B-13460B1A9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Alex runs </a:t>
            </a:r>
            <a:r>
              <a:rPr lang="nl-NL" dirty="0" err="1"/>
              <a:t>the</a:t>
            </a:r>
            <a:r>
              <a:rPr lang="nl-NL" dirty="0"/>
              <a:t> show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A556894-A748-ECC1-FC75-9F78B7A3D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47303">
            <a:off x="6272211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095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{13D6D301-4E0A-4B77-9AF2-91E16EF8ECE9}TF6d5feb1e-e145-43f1-b745-cb4b54c5ee97bd0344da-5365f0786330</Template>
  <TotalTime>11</TotalTime>
  <Words>24</Words>
  <Application>Microsoft Office PowerPoint</Application>
  <PresentationFormat>Breedbeeld</PresentationFormat>
  <Paragraphs>9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6" baseType="lpstr">
      <vt:lpstr>Arial</vt:lpstr>
      <vt:lpstr>Tw Cen MT</vt:lpstr>
      <vt:lpstr>Circuit</vt:lpstr>
      <vt:lpstr>NAO Studio</vt:lpstr>
      <vt:lpstr>agenda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Kaptein</dc:creator>
  <cp:lastModifiedBy>Frank Ugh</cp:lastModifiedBy>
  <cp:revision>5</cp:revision>
  <dcterms:created xsi:type="dcterms:W3CDTF">2026-03-12T15:37:40Z</dcterms:created>
  <dcterms:modified xsi:type="dcterms:W3CDTF">2026-03-16T22:12:31Z</dcterms:modified>
</cp:coreProperties>
</file>