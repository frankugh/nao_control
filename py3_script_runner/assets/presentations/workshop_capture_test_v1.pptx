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AF613-D910-9033-4488-67EB3FB65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1C89B3-0B2A-6561-6AAD-589443C02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FCA6BF-8551-4128-1DCF-22D41533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082A4B6-6BDC-A0F4-69BA-98E38120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CE9AF2-7D76-6F50-9C07-BD2A82BA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127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75F3A4-9831-533E-9647-6CD8EB00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9CF092B-0272-4B2F-1D6D-21D4CFCE9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8A557E-4093-E796-2915-34614811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2DE7C31-90E4-501A-D4CE-F7475CA3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7608021-D745-27BB-DF96-68E8AE6C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09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D0C9A-518D-5460-093A-D7244270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A05E838-80A4-87FD-D81F-21ABD5DD0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1845777-F993-D313-0848-EFE9C0D5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41EE2AB-5FE3-619F-6D0A-58A55BB0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FC03A61-6E54-D778-830C-DE77825F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911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9CF87-124C-9A9A-0215-E4DEE150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8719AD-FD04-CB0F-A240-693C44E59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362A341-BDA3-4BD4-3558-11E49D5EF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C255C57-9B4F-7481-1BB5-6DA60F25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F7533C5-5997-0DE1-9D4E-37AFBBB9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C3CBDC6-8CF4-1F02-0D02-B0E8CD06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934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4BA98-5C46-5187-45F9-708F816F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EA0CDB-9DD5-7780-ABD8-1185EB09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32EE3A7-CADB-75BC-CA09-055CBB94E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40EA1A8-45B7-5134-2F07-503232D8A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F9417AB-0DC4-2E27-F8B9-62903B07E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9955DB-C000-F7CF-F8BA-10E8B0D5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B17419A-946F-66AC-29B3-2345861F3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289AA4-B1C9-AB00-DF57-E8F2B375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475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A0B08-24BD-E291-3C02-3E138A13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0B26931-8032-0470-ECD1-C4D53793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D8DA4D1-A9DD-1558-67CC-D4E67C2B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F4589CE-2250-C6C7-7596-31F690BF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021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41E94D5-45CC-F0FF-A320-365D0AA7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7941B3-5B0D-27E6-F615-ED1CA889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90C683-53FD-AB08-69F7-EF0585FD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166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C4536-736E-32BB-20CB-8F0A5804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D40A9E-9905-F527-4BFD-E4F6CE0F2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2D294E-5B7B-0D66-F7D4-B96A96F6A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B4E3BF6-460B-FD2E-7BC6-E8F5F9CB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8DC06C8-9BDC-7351-80A2-49C5CD32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CBFC15C-59DD-FB6D-412F-F98DAA2D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638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50332-84F6-0F62-1203-61BE992A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726033F-BD81-1651-01A4-0E052EA79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B45F55-0F81-CC12-B031-30639F8A4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A64AAEE-0152-EC87-AE3B-6E645D24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154ABB-7036-2686-06D8-A686DE794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310DF36-50DC-AB2A-E786-E44C31DD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281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C26E56-2650-1CC1-9B23-5561BF24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A08A78E-209A-1EC7-40C0-770CDE2DE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445BD0-A4E8-C972-2915-371F4C2A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1633A-AFFD-0F6C-A590-DC89A14E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22B5AA-1439-7745-F493-920137A4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845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BEC5B35-A701-E197-10D7-9325F2ED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38E6B3-F38C-555B-1F2B-8122094B3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2580AB0-0886-6E7F-D6AD-54B32601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B69A7A2-61D1-AA0F-8860-4F8710B5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E35BCC-D235-43CF-3DDA-84E78558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8336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50BFB-58AD-BCFC-669C-383CDB8C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6A49F4-60D3-3611-6330-E207C071F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B54C1C-69A1-0D4E-B8D5-C08BB6A1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FBE92E-3A36-5112-2FA2-EF6CAFD3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A05C8C-F2C1-1A15-2083-0CD6AAAD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964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8B41468-1457-45F7-0A10-D057655D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BF30CEE-350C-0448-FC3B-965B5B987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4FF314B-D5EC-38DD-4621-D00AE1193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CE8E8-667D-4856-838B-8C7089966CD0}" type="datetimeFigureOut">
              <a:rPr lang="nl-NL" smtClean="0"/>
              <a:t>14-2-2026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58968B9-F711-785A-4473-FC397C1F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F25B8F-2914-FB86-A552-DAFFDB3E3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D94ED-EF3A-4CC8-9496-2DB2AA0E82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896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8A6F4A-DC43-9B9D-541B-98AC59BB4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Workshop demo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4DDCEDF-D980-0B15-EC9B-D714A9295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Titelpagina</a:t>
            </a:r>
          </a:p>
        </p:txBody>
      </p:sp>
    </p:spTree>
    <p:extLst>
      <p:ext uri="{BB962C8B-B14F-4D97-AF65-F5344CB8AC3E}">
        <p14:creationId xmlns:p14="http://schemas.microsoft.com/office/powerpoint/2010/main" val="355398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A9757-0537-E2EF-42BD-5FC5DBA4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Introduceren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4E17A42-F820-66BD-7B3D-B31F4C764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Alex zegt: hoi ik ben Alex</a:t>
            </a:r>
          </a:p>
          <a:p>
            <a:r>
              <a:rPr lang="nl-NL"/>
              <a:t>Alex zwaait</a:t>
            </a:r>
          </a:p>
          <a:p>
            <a:r>
              <a:rPr lang="nl-NL"/>
              <a:t>Renee zegt: en ik ben Renee</a:t>
            </a:r>
          </a:p>
        </p:txBody>
      </p:sp>
    </p:spTree>
    <p:extLst>
      <p:ext uri="{BB962C8B-B14F-4D97-AF65-F5344CB8AC3E}">
        <p14:creationId xmlns:p14="http://schemas.microsoft.com/office/powerpoint/2010/main" val="231191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2F625-7A39-D16C-E533-F1F86D98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AI en robotica zijn leuk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B1EF68C-52EC-88B8-8C40-44974F9BE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Alex zegt: AI en robotica zijn echt heel leuk, vind je niet?</a:t>
            </a:r>
          </a:p>
        </p:txBody>
      </p:sp>
    </p:spTree>
    <p:extLst>
      <p:ext uri="{BB962C8B-B14F-4D97-AF65-F5344CB8AC3E}">
        <p14:creationId xmlns:p14="http://schemas.microsoft.com/office/powerpoint/2010/main" val="119139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C9830-F570-4872-7B9E-E2BC1A7D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Conclusie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5AE8F61-706C-44EF-26D6-69EE6CBE8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Alex zegt: doei</a:t>
            </a:r>
          </a:p>
          <a:p>
            <a:r>
              <a:rPr lang="nl-NL"/>
              <a:t>Renee zegt: doei</a:t>
            </a:r>
          </a:p>
        </p:txBody>
      </p:sp>
    </p:spTree>
    <p:extLst>
      <p:ext uri="{BB962C8B-B14F-4D97-AF65-F5344CB8AC3E}">
        <p14:creationId xmlns:p14="http://schemas.microsoft.com/office/powerpoint/2010/main" val="30606621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Breedbeeld</PresentationFormat>
  <Paragraphs>11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Kantoorthema</vt:lpstr>
      <vt:lpstr>Workshop demo</vt:lpstr>
      <vt:lpstr>Introduceren</vt:lpstr>
      <vt:lpstr>AI en robotica zijn leuk</vt:lpstr>
      <vt:lpstr>Conclusie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Kaptein</dc:creator>
  <cp:lastModifiedBy>Frank Kaptein</cp:lastModifiedBy>
  <cp:revision>1</cp:revision>
  <dcterms:created xsi:type="dcterms:W3CDTF">2026-02-14T13:32:28Z</dcterms:created>
  <dcterms:modified xsi:type="dcterms:W3CDTF">2026-02-14T13:32:28Z</dcterms:modified>
</cp:coreProperties>
</file>