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372" r:id="rId3"/>
    <p:sldId id="1113" r:id="rId4"/>
    <p:sldId id="1115" r:id="rId5"/>
    <p:sldId id="374" r:id="rId6"/>
    <p:sldId id="1114" r:id="rId7"/>
    <p:sldId id="1116" r:id="rId8"/>
    <p:sldId id="25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20" autoAdjust="0"/>
    <p:restoredTop sz="77859" autoAdjust="0"/>
  </p:normalViewPr>
  <p:slideViewPr>
    <p:cSldViewPr snapToGrid="0">
      <p:cViewPr>
        <p:scale>
          <a:sx n="58" d="100"/>
          <a:sy n="58" d="100"/>
        </p:scale>
        <p:origin x="12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2CE2A-CE70-44F2-9437-BDA1E6AB35BE}" type="datetimeFigureOut">
              <a:rPr lang="nl-NL" smtClean="0"/>
              <a:t>14-3-2026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E55D28-FF72-48A8-B7EB-9A715411DA2B}" type="slidenum">
              <a:rPr lang="nl-NL" smtClean="0"/>
              <a:t>‹nr.›</a:t>
            </a:fld>
            <a:endParaRPr lang="nl-NL"/>
          </a:p>
        </p:txBody>
      </p:sp>
    </p:spTree>
    <p:extLst>
      <p:ext uri="{BB962C8B-B14F-4D97-AF65-F5344CB8AC3E}">
        <p14:creationId xmlns:p14="http://schemas.microsoft.com/office/powerpoint/2010/main" val="94907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6DE55D28-FF72-48A8-B7EB-9A715411DA2B}" type="slidenum">
              <a:rPr lang="nl-NL" smtClean="0"/>
              <a:t>1</a:t>
            </a:fld>
            <a:endParaRPr lang="nl-NL"/>
          </a:p>
        </p:txBody>
      </p:sp>
    </p:spTree>
    <p:extLst>
      <p:ext uri="{BB962C8B-B14F-4D97-AF65-F5344CB8AC3E}">
        <p14:creationId xmlns:p14="http://schemas.microsoft.com/office/powerpoint/2010/main" val="3065320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DEZE slide is eigenlijk geen slide. Dit vertellen we bij de eerste slide, de locatie heeft een scherm</a:t>
            </a:r>
          </a:p>
          <a:p>
            <a:r>
              <a:rPr lang="nl-NL" dirty="0"/>
              <a:t>Staat op en zegt: vergeten jullie mij niet? </a:t>
            </a:r>
          </a:p>
          <a:p>
            <a:r>
              <a:rPr lang="nl-NL" dirty="0"/>
              <a:t>Zwaait en zegt hallo allemaal. Wat zijn jullie een leuke groep heb er zin in om met jullie samen te werken. Ik ben een NAO-robot.</a:t>
            </a:r>
          </a:p>
          <a:p>
            <a:r>
              <a:rPr lang="nl-NL" dirty="0"/>
              <a:t>(kijkt rond/kleur ogen misschien. Ik ben een </a:t>
            </a:r>
            <a:r>
              <a:rPr lang="nl-NL" dirty="0" err="1"/>
              <a:t>humanoide</a:t>
            </a:r>
            <a:r>
              <a:rPr lang="nl-NL" dirty="0"/>
              <a:t> robot en ben gemaakt samen met duizenden van mijn vrienden om mensen te helpen, samen te leren. En…heel belangrijk ik hou ook van feestjes </a:t>
            </a:r>
          </a:p>
        </p:txBody>
      </p:sp>
      <p:sp>
        <p:nvSpPr>
          <p:cNvPr id="4" name="Tijdelijke aanduiding voor dianummer 3"/>
          <p:cNvSpPr>
            <a:spLocks noGrp="1"/>
          </p:cNvSpPr>
          <p:nvPr>
            <p:ph type="sldNum" sz="quarter" idx="5"/>
          </p:nvPr>
        </p:nvSpPr>
        <p:spPr/>
        <p:txBody>
          <a:bodyPr/>
          <a:lstStyle/>
          <a:p>
            <a:fld id="{6DE55D28-FF72-48A8-B7EB-9A715411DA2B}" type="slidenum">
              <a:rPr lang="nl-NL" smtClean="0"/>
              <a:t>2</a:t>
            </a:fld>
            <a:endParaRPr lang="nl-NL"/>
          </a:p>
        </p:txBody>
      </p:sp>
    </p:spTree>
    <p:extLst>
      <p:ext uri="{BB962C8B-B14F-4D97-AF65-F5344CB8AC3E}">
        <p14:creationId xmlns:p14="http://schemas.microsoft.com/office/powerpoint/2010/main" val="616096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9D02-58CF-72D7-0126-E78C26AAAF8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1DAFEFD-6C74-B6EE-4FEB-2111A82C3D3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BDAE7CF-4022-FE98-21C3-D807DD57DD1A}"/>
              </a:ext>
            </a:extLst>
          </p:cNvPr>
          <p:cNvSpPr>
            <a:spLocks noGrp="1"/>
          </p:cNvSpPr>
          <p:nvPr>
            <p:ph type="body" idx="1"/>
          </p:nvPr>
        </p:nvSpPr>
        <p:spPr/>
        <p:txBody>
          <a:bodyPr/>
          <a:lstStyle/>
          <a:p>
            <a:r>
              <a:rPr lang="nl-NL" dirty="0"/>
              <a:t>Toelichting bij </a:t>
            </a:r>
            <a:r>
              <a:rPr lang="nl-NL" dirty="0" err="1"/>
              <a:t>deAlex</a:t>
            </a:r>
            <a:r>
              <a:rPr lang="nl-NL" dirty="0"/>
              <a:t> staat op en zegt; oh ja zorgrobots dan moet ik gelijk denken aan PARO? </a:t>
            </a:r>
          </a:p>
          <a:p>
            <a:endParaRPr lang="nl-NL" dirty="0"/>
          </a:p>
          <a:p>
            <a:r>
              <a:rPr lang="nl-NL" dirty="0"/>
              <a:t> </a:t>
            </a:r>
          </a:p>
        </p:txBody>
      </p:sp>
      <p:sp>
        <p:nvSpPr>
          <p:cNvPr id="4" name="Tijdelijke aanduiding voor dianummer 3">
            <a:extLst>
              <a:ext uri="{FF2B5EF4-FFF2-40B4-BE49-F238E27FC236}">
                <a16:creationId xmlns:a16="http://schemas.microsoft.com/office/drawing/2014/main" id="{0DBE9DC3-17F9-8D76-5DF6-A333196F79B2}"/>
              </a:ext>
            </a:extLst>
          </p:cNvPr>
          <p:cNvSpPr>
            <a:spLocks noGrp="1"/>
          </p:cNvSpPr>
          <p:nvPr>
            <p:ph type="sldNum" sz="quarter" idx="5"/>
          </p:nvPr>
        </p:nvSpPr>
        <p:spPr/>
        <p:txBody>
          <a:bodyPr/>
          <a:lstStyle/>
          <a:p>
            <a:fld id="{6DE55D28-FF72-48A8-B7EB-9A715411DA2B}" type="slidenum">
              <a:rPr lang="nl-NL" smtClean="0"/>
              <a:t>3</a:t>
            </a:fld>
            <a:endParaRPr lang="nl-NL"/>
          </a:p>
        </p:txBody>
      </p:sp>
    </p:spTree>
    <p:extLst>
      <p:ext uri="{BB962C8B-B14F-4D97-AF65-F5344CB8AC3E}">
        <p14:creationId xmlns:p14="http://schemas.microsoft.com/office/powerpoint/2010/main" val="4012517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E6CC-1814-05E4-AE0A-9D8E4105375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F59E7BD-1B03-C521-AFF2-E26B4ACD65C3}"/>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C307131-D65F-C0DB-DE1B-E18FCD8B67D0}"/>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4C52FD91-6BB4-F2B5-B3A8-AA82D57C1D0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E55D28-FF72-48A8-B7EB-9A715411DA2B}" type="slidenum">
              <a:rPr kumimoji="0" lang="nl-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nl-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7452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7D414-C1AF-F73F-B99C-9C580843F7D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0E0B2D4-FE9B-912A-37E0-01DF045C7B4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ACB9AE3-2925-D4FB-DFC7-89B465ED95B9}"/>
              </a:ext>
            </a:extLst>
          </p:cNvPr>
          <p:cNvSpPr>
            <a:spLocks noGrp="1"/>
          </p:cNvSpPr>
          <p:nvPr>
            <p:ph type="body" idx="1"/>
          </p:nvPr>
        </p:nvSpPr>
        <p:spPr/>
        <p:txBody>
          <a:bodyPr/>
          <a:lstStyle/>
          <a:p>
            <a:r>
              <a:rPr lang="nl-NL" dirty="0"/>
              <a:t>Alex staat op en zegt; kijk maar Joke en Frank dit is niet alleen een leuke groep mensen. Ze werken ook al met ons. Goed van jullie. Laten we een box of high five geven aan jullie. </a:t>
            </a:r>
          </a:p>
          <a:p>
            <a:endParaRPr lang="nl-NL" dirty="0"/>
          </a:p>
          <a:p>
            <a:r>
              <a:rPr lang="nl-NL" dirty="0"/>
              <a:t> </a:t>
            </a:r>
          </a:p>
        </p:txBody>
      </p:sp>
      <p:sp>
        <p:nvSpPr>
          <p:cNvPr id="4" name="Tijdelijke aanduiding voor dianummer 3">
            <a:extLst>
              <a:ext uri="{FF2B5EF4-FFF2-40B4-BE49-F238E27FC236}">
                <a16:creationId xmlns:a16="http://schemas.microsoft.com/office/drawing/2014/main" id="{C0F60FE6-17B7-3905-73BF-C42FA194338D}"/>
              </a:ext>
            </a:extLst>
          </p:cNvPr>
          <p:cNvSpPr>
            <a:spLocks noGrp="1"/>
          </p:cNvSpPr>
          <p:nvPr>
            <p:ph type="sldNum" sz="quarter" idx="5"/>
          </p:nvPr>
        </p:nvSpPr>
        <p:spPr/>
        <p:txBody>
          <a:bodyPr/>
          <a:lstStyle/>
          <a:p>
            <a:fld id="{6DE55D28-FF72-48A8-B7EB-9A715411DA2B}" type="slidenum">
              <a:rPr lang="nl-NL" smtClean="0"/>
              <a:t>5</a:t>
            </a:fld>
            <a:endParaRPr lang="nl-NL"/>
          </a:p>
        </p:txBody>
      </p:sp>
    </p:spTree>
    <p:extLst>
      <p:ext uri="{BB962C8B-B14F-4D97-AF65-F5344CB8AC3E}">
        <p14:creationId xmlns:p14="http://schemas.microsoft.com/office/powerpoint/2010/main" val="2230759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F524B-D457-5477-FDB4-D3E95143685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024DE0B-A642-205A-90BE-B86EE58839C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09897E9-D76D-6520-0067-5AC426B298CF}"/>
              </a:ext>
            </a:extLst>
          </p:cNvPr>
          <p:cNvSpPr>
            <a:spLocks noGrp="1"/>
          </p:cNvSpPr>
          <p:nvPr>
            <p:ph type="body" idx="1"/>
          </p:nvPr>
        </p:nvSpPr>
        <p:spPr/>
        <p:txBody>
          <a:bodyPr/>
          <a:lstStyle/>
          <a:p>
            <a:endParaRPr lang="nl-NL" dirty="0"/>
          </a:p>
        </p:txBody>
      </p:sp>
      <p:sp>
        <p:nvSpPr>
          <p:cNvPr id="4" name="Tijdelijke aanduiding voor dianummer 3">
            <a:extLst>
              <a:ext uri="{FF2B5EF4-FFF2-40B4-BE49-F238E27FC236}">
                <a16:creationId xmlns:a16="http://schemas.microsoft.com/office/drawing/2014/main" id="{17A1CEEB-091E-4C3E-2600-DED6B9ABD4F0}"/>
              </a:ext>
            </a:extLst>
          </p:cNvPr>
          <p:cNvSpPr>
            <a:spLocks noGrp="1"/>
          </p:cNvSpPr>
          <p:nvPr>
            <p:ph type="sldNum" sz="quarter" idx="5"/>
          </p:nvPr>
        </p:nvSpPr>
        <p:spPr/>
        <p:txBody>
          <a:bodyPr/>
          <a:lstStyle/>
          <a:p>
            <a:fld id="{6DE55D28-FF72-48A8-B7EB-9A715411DA2B}" type="slidenum">
              <a:rPr lang="nl-NL" smtClean="0"/>
              <a:t>6</a:t>
            </a:fld>
            <a:endParaRPr lang="nl-NL"/>
          </a:p>
        </p:txBody>
      </p:sp>
    </p:spTree>
    <p:extLst>
      <p:ext uri="{BB962C8B-B14F-4D97-AF65-F5344CB8AC3E}">
        <p14:creationId xmlns:p14="http://schemas.microsoft.com/office/powerpoint/2010/main" val="3248252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31F05-6DD1-A685-40BE-565C76A579E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9EFD2C8-664F-C8D1-4B9E-7CBCAEF7A46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7A3A884-D00A-FA25-E23F-89FA2BE2ADBA}"/>
              </a:ext>
            </a:extLst>
          </p:cNvPr>
          <p:cNvSpPr>
            <a:spLocks noGrp="1"/>
          </p:cNvSpPr>
          <p:nvPr>
            <p:ph type="body" idx="1"/>
          </p:nvPr>
        </p:nvSpPr>
        <p:spPr/>
        <p:txBody>
          <a:bodyPr/>
          <a:lstStyle/>
          <a:p>
            <a:r>
              <a:rPr lang="nl-NL" dirty="0"/>
              <a:t>Alex staat op en zegt; kijk maar Joke en Frank dit is niet alleen een leuke groep mensen. Ze werken ook al met ons. Goed van jullie. Laten we een box of high five geven aan jullie. </a:t>
            </a:r>
          </a:p>
          <a:p>
            <a:endParaRPr lang="nl-NL" dirty="0"/>
          </a:p>
          <a:p>
            <a:r>
              <a:rPr lang="nl-NL" dirty="0"/>
              <a:t> </a:t>
            </a:r>
          </a:p>
        </p:txBody>
      </p:sp>
      <p:sp>
        <p:nvSpPr>
          <p:cNvPr id="4" name="Tijdelijke aanduiding voor dianummer 3">
            <a:extLst>
              <a:ext uri="{FF2B5EF4-FFF2-40B4-BE49-F238E27FC236}">
                <a16:creationId xmlns:a16="http://schemas.microsoft.com/office/drawing/2014/main" id="{BFD7BA2A-F9C3-64BF-44A6-BC160E587C1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DE55D28-FF72-48A8-B7EB-9A715411DA2B}" type="slidenum">
              <a:rPr kumimoji="0" lang="nl-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nl-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95647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nl-NL"/>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nl-NL"/>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nl-NL"/>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nl-NL"/>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nl-NL"/>
              <a:t>Klik om stijl te bewerken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3/14/2026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‹nr.›</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nl-NL"/>
              <a:t>Klik om stijl te bewerken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48A87A34-81AB-432B-8DAE-1953F412C126}"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nl-NL"/>
              <a:t>Klik om stijl te bewerken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1141410" y="3073397"/>
            <a:ext cx="4878391" cy="271780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p:cNvSpPr>
            <a:spLocks noGrp="1"/>
          </p:cNvSpPr>
          <p:nvPr>
            <p:ph sz="quarter" idx="4"/>
          </p:nvPr>
        </p:nvSpPr>
        <p:spPr>
          <a:xfrm>
            <a:off x="6172200" y="3073397"/>
            <a:ext cx="4875210" cy="2717801"/>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nl-NL"/>
              <a:t>Klik om stijl te bewerken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nl-NL"/>
              <a:t>Klik om stijl te bewerken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sche 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nl-NL"/>
              <a:t>Klik om stijl te bewerken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nl-NL"/>
              <a:t>Klik op het pictogram als u een afbeelding wilt toevoegen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el en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nl-NL"/>
              <a:t>Klik om stijl te bewerken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eraat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nl-NL"/>
              <a:t>Klik om stijl te bewerken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amkaartj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nl-NL"/>
              <a:t>Klik om stijl te bewerken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48A87A34-81AB-432B-8DAE-1953F412C126}"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omme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nl-NL"/>
              <a:t>Klik om stijl te bewerken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p:txBody>
          <a:bodyPr/>
          <a:lstStyle/>
          <a:p>
            <a:fld id="{48A87A34-81AB-432B-8DAE-1953F412C126}" type="datetimeFigureOut">
              <a:rPr lang="en-US" dirty="0"/>
              <a:t>3/14/2026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Afbeelding-kolom">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nl-NL"/>
              <a:t>Klik om stijl te bewerken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nl-NL"/>
              <a:t>Klik op het pictogram als u een afbeelding wilt toevoegen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nl-NL"/>
              <a:t>Klik op het pictogram als u een afbeelding wilt toevoegen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nl-NL"/>
              <a:t>Klik op het pictogram als u een afbeelding wilt toevoegen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Klikken om de tekststijl van het model te bewerken</a:t>
            </a:r>
          </a:p>
        </p:txBody>
      </p:sp>
      <p:sp>
        <p:nvSpPr>
          <p:cNvPr id="3" name="Date Placeholder 2"/>
          <p:cNvSpPr>
            <a:spLocks noGrp="1"/>
          </p:cNvSpPr>
          <p:nvPr>
            <p:ph type="dt" sz="half" idx="10"/>
          </p:nvPr>
        </p:nvSpPr>
        <p:spPr/>
        <p:txBody>
          <a:bodyPr/>
          <a:lstStyle/>
          <a:p>
            <a:fld id="{48A87A34-81AB-432B-8DAE-1953F412C126}" type="datetimeFigureOut">
              <a:rPr lang="en-US" dirty="0"/>
              <a:t>3/14/2026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Vertical Text Placeholder 2"/>
          <p:cNvSpPr>
            <a:spLocks noGrp="1"/>
          </p:cNvSpPr>
          <p:nvPr>
            <p:ph type="body" orient="vert" idx="1"/>
          </p:nvPr>
        </p:nvSpPr>
        <p:spPr/>
        <p:txBody>
          <a:bodyPr vert="eaVert" ancho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nl-NL"/>
              <a:t>Klik om stijl te bewerken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‹nr.›</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18000"/>
            <a:duotone>
              <a:schemeClr val="bg2">
                <a:shade val="88000"/>
                <a:hueMod val="106000"/>
                <a:satMod val="140000"/>
                <a:lumMod val="54000"/>
              </a:schemeClr>
              <a:schemeClr val="bg2">
                <a:tint val="98000"/>
                <a:hueMod val="90000"/>
                <a:satMod val="150000"/>
                <a:lumMod val="160000"/>
              </a:schemeClr>
            </a:duotone>
            <a:lum/>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nl-NL"/>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nl-NL"/>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nl-NL"/>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nl-NL"/>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nl-NL"/>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3/14/2026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‹nr.›</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4106153-7990-4956-BD26-A04A03006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2" name="Picture 2">
            <a:extLst>
              <a:ext uri="{FF2B5EF4-FFF2-40B4-BE49-F238E27FC236}">
                <a16:creationId xmlns:a16="http://schemas.microsoft.com/office/drawing/2014/main" id="{BDEA11A5-20BA-4650-A324-47C0465FF5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866FCB64-0A37-46EB-8A9B-EC0C4C000A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15" name="Rectangle 5">
              <a:extLst>
                <a:ext uri="{FF2B5EF4-FFF2-40B4-BE49-F238E27FC236}">
                  <a16:creationId xmlns:a16="http://schemas.microsoft.com/office/drawing/2014/main" id="{8A162E18-5BEB-4E42-9B10-A1FDF6A0B8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16" name="Freeform 6">
              <a:extLst>
                <a:ext uri="{FF2B5EF4-FFF2-40B4-BE49-F238E27FC236}">
                  <a16:creationId xmlns:a16="http://schemas.microsoft.com/office/drawing/2014/main" id="{7BB781C9-EC32-45FE-ACE7-C24F128C4C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7" name="Freeform 7">
              <a:extLst>
                <a:ext uri="{FF2B5EF4-FFF2-40B4-BE49-F238E27FC236}">
                  <a16:creationId xmlns:a16="http://schemas.microsoft.com/office/drawing/2014/main" id="{927C5647-36E8-4A20-86D4-47831D50CF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 name="Rectangle 8">
              <a:extLst>
                <a:ext uri="{FF2B5EF4-FFF2-40B4-BE49-F238E27FC236}">
                  <a16:creationId xmlns:a16="http://schemas.microsoft.com/office/drawing/2014/main" id="{62F2AF20-CBBE-4249-B9E2-D6B30191CF8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19" name="Freeform 9">
              <a:extLst>
                <a:ext uri="{FF2B5EF4-FFF2-40B4-BE49-F238E27FC236}">
                  <a16:creationId xmlns:a16="http://schemas.microsoft.com/office/drawing/2014/main" id="{731C1229-F8A7-4B36-A52B-98A65EF869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 name="Freeform 10">
              <a:extLst>
                <a:ext uri="{FF2B5EF4-FFF2-40B4-BE49-F238E27FC236}">
                  <a16:creationId xmlns:a16="http://schemas.microsoft.com/office/drawing/2014/main" id="{609AC686-2DBB-4D82-866C-9FF222BDD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 name="Freeform 11">
              <a:extLst>
                <a:ext uri="{FF2B5EF4-FFF2-40B4-BE49-F238E27FC236}">
                  <a16:creationId xmlns:a16="http://schemas.microsoft.com/office/drawing/2014/main" id="{F899E6EB-BCDD-45D2-BF4B-9CA3A2798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2" name="Freeform 12">
              <a:extLst>
                <a:ext uri="{FF2B5EF4-FFF2-40B4-BE49-F238E27FC236}">
                  <a16:creationId xmlns:a16="http://schemas.microsoft.com/office/drawing/2014/main" id="{BBD3AAC8-2330-4FAB-8E31-3D50AD954F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3" name="Freeform 13">
              <a:extLst>
                <a:ext uri="{FF2B5EF4-FFF2-40B4-BE49-F238E27FC236}">
                  <a16:creationId xmlns:a16="http://schemas.microsoft.com/office/drawing/2014/main" id="{6B54F723-A70A-4865-A560-7850498A1B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4" name="Freeform 14">
              <a:extLst>
                <a:ext uri="{FF2B5EF4-FFF2-40B4-BE49-F238E27FC236}">
                  <a16:creationId xmlns:a16="http://schemas.microsoft.com/office/drawing/2014/main" id="{9B911CCD-C9A2-4DC8-A278-3C6FD76A76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5" name="Freeform 15">
              <a:extLst>
                <a:ext uri="{FF2B5EF4-FFF2-40B4-BE49-F238E27FC236}">
                  <a16:creationId xmlns:a16="http://schemas.microsoft.com/office/drawing/2014/main" id="{D559B729-03FB-435D-89BF-AF57A801B37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6" name="Freeform 16">
              <a:extLst>
                <a:ext uri="{FF2B5EF4-FFF2-40B4-BE49-F238E27FC236}">
                  <a16:creationId xmlns:a16="http://schemas.microsoft.com/office/drawing/2014/main" id="{D1C90213-0F60-4268-BE48-8221E61614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7" name="Freeform 17">
              <a:extLst>
                <a:ext uri="{FF2B5EF4-FFF2-40B4-BE49-F238E27FC236}">
                  <a16:creationId xmlns:a16="http://schemas.microsoft.com/office/drawing/2014/main" id="{A7A6A293-A06F-48B8-865A-3F65287B85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8" name="Freeform 18">
              <a:extLst>
                <a:ext uri="{FF2B5EF4-FFF2-40B4-BE49-F238E27FC236}">
                  <a16:creationId xmlns:a16="http://schemas.microsoft.com/office/drawing/2014/main" id="{8F6861B5-AAA4-4017-929E-1FD1CA106C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9" name="Freeform 19">
              <a:extLst>
                <a:ext uri="{FF2B5EF4-FFF2-40B4-BE49-F238E27FC236}">
                  <a16:creationId xmlns:a16="http://schemas.microsoft.com/office/drawing/2014/main" id="{D776D07C-2081-4DD3-A464-40F3CA41A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0" name="Freeform 20">
              <a:extLst>
                <a:ext uri="{FF2B5EF4-FFF2-40B4-BE49-F238E27FC236}">
                  <a16:creationId xmlns:a16="http://schemas.microsoft.com/office/drawing/2014/main" id="{BBC236D6-77E5-4B3C-92D7-D708B237DB5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1" name="Freeform 21">
              <a:extLst>
                <a:ext uri="{FF2B5EF4-FFF2-40B4-BE49-F238E27FC236}">
                  <a16:creationId xmlns:a16="http://schemas.microsoft.com/office/drawing/2014/main" id="{8064714E-7ADE-4BD9-8981-34C135762CE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2" name="Freeform 22">
              <a:extLst>
                <a:ext uri="{FF2B5EF4-FFF2-40B4-BE49-F238E27FC236}">
                  <a16:creationId xmlns:a16="http://schemas.microsoft.com/office/drawing/2014/main" id="{2FD1F23F-B1EE-46F5-B460-924E54A70D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3" name="Freeform 23">
              <a:extLst>
                <a:ext uri="{FF2B5EF4-FFF2-40B4-BE49-F238E27FC236}">
                  <a16:creationId xmlns:a16="http://schemas.microsoft.com/office/drawing/2014/main" id="{9699361A-3AFF-4826-B99C-0354EAB079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4" name="Freeform 24">
              <a:extLst>
                <a:ext uri="{FF2B5EF4-FFF2-40B4-BE49-F238E27FC236}">
                  <a16:creationId xmlns:a16="http://schemas.microsoft.com/office/drawing/2014/main" id="{B272F7B1-7BE2-4FC9-BB91-207EFD9E65F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5" name="Freeform 25">
              <a:extLst>
                <a:ext uri="{FF2B5EF4-FFF2-40B4-BE49-F238E27FC236}">
                  <a16:creationId xmlns:a16="http://schemas.microsoft.com/office/drawing/2014/main" id="{CDE59C1F-AFD9-4DD5-B04A-9EB2AAED5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6" name="Freeform 26">
              <a:extLst>
                <a:ext uri="{FF2B5EF4-FFF2-40B4-BE49-F238E27FC236}">
                  <a16:creationId xmlns:a16="http://schemas.microsoft.com/office/drawing/2014/main" id="{1551E418-6CD4-4320-8224-F084039C53E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7" name="Freeform 27">
              <a:extLst>
                <a:ext uri="{FF2B5EF4-FFF2-40B4-BE49-F238E27FC236}">
                  <a16:creationId xmlns:a16="http://schemas.microsoft.com/office/drawing/2014/main" id="{1F27D4B1-EBD4-4BC9-AC2E-3AD616C847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9" name="Freeform 28">
              <a:extLst>
                <a:ext uri="{FF2B5EF4-FFF2-40B4-BE49-F238E27FC236}">
                  <a16:creationId xmlns:a16="http://schemas.microsoft.com/office/drawing/2014/main" id="{C42B8D84-898A-4F76-A0F2-5699ED72BC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9" name="Freeform 29">
              <a:extLst>
                <a:ext uri="{FF2B5EF4-FFF2-40B4-BE49-F238E27FC236}">
                  <a16:creationId xmlns:a16="http://schemas.microsoft.com/office/drawing/2014/main" id="{B440932E-7985-4BA6-9899-F22A64485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0" name="Freeform 30">
              <a:extLst>
                <a:ext uri="{FF2B5EF4-FFF2-40B4-BE49-F238E27FC236}">
                  <a16:creationId xmlns:a16="http://schemas.microsoft.com/office/drawing/2014/main" id="{4B8CE969-CA1A-48CB-8588-4146F41F33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1" name="Freeform 31">
              <a:extLst>
                <a:ext uri="{FF2B5EF4-FFF2-40B4-BE49-F238E27FC236}">
                  <a16:creationId xmlns:a16="http://schemas.microsoft.com/office/drawing/2014/main" id="{138A4875-4593-4894-89D5-DFCFF0EED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2" name="Freeform 32">
              <a:extLst>
                <a:ext uri="{FF2B5EF4-FFF2-40B4-BE49-F238E27FC236}">
                  <a16:creationId xmlns:a16="http://schemas.microsoft.com/office/drawing/2014/main" id="{F079F26B-58E4-494E-A8BA-3F054F1F3BB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3" name="Rectangle 33">
              <a:extLst>
                <a:ext uri="{FF2B5EF4-FFF2-40B4-BE49-F238E27FC236}">
                  <a16:creationId xmlns:a16="http://schemas.microsoft.com/office/drawing/2014/main" id="{04C9ECC5-BB4A-4417-B874-B75953F84F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44" name="Freeform 34">
              <a:extLst>
                <a:ext uri="{FF2B5EF4-FFF2-40B4-BE49-F238E27FC236}">
                  <a16:creationId xmlns:a16="http://schemas.microsoft.com/office/drawing/2014/main" id="{4CCCF285-B51D-4A2F-8384-830A391711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5" name="Freeform 35">
              <a:extLst>
                <a:ext uri="{FF2B5EF4-FFF2-40B4-BE49-F238E27FC236}">
                  <a16:creationId xmlns:a16="http://schemas.microsoft.com/office/drawing/2014/main" id="{BD6C6299-A09A-47DF-8A96-69D39FCA5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6" name="Freeform 36">
              <a:extLst>
                <a:ext uri="{FF2B5EF4-FFF2-40B4-BE49-F238E27FC236}">
                  <a16:creationId xmlns:a16="http://schemas.microsoft.com/office/drawing/2014/main" id="{EE60C4B9-C404-42CD-8E94-70D4DC16A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7" name="Freeform 37">
              <a:extLst>
                <a:ext uri="{FF2B5EF4-FFF2-40B4-BE49-F238E27FC236}">
                  <a16:creationId xmlns:a16="http://schemas.microsoft.com/office/drawing/2014/main" id="{52BD4447-C1EB-4798-8764-AB93EA93033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8" name="Freeform 38">
              <a:extLst>
                <a:ext uri="{FF2B5EF4-FFF2-40B4-BE49-F238E27FC236}">
                  <a16:creationId xmlns:a16="http://schemas.microsoft.com/office/drawing/2014/main" id="{50411559-C414-4F7C-BC6C-69F87BC9C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9" name="Freeform 39">
              <a:extLst>
                <a:ext uri="{FF2B5EF4-FFF2-40B4-BE49-F238E27FC236}">
                  <a16:creationId xmlns:a16="http://schemas.microsoft.com/office/drawing/2014/main" id="{64737770-BB27-41C0-95CB-529054508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0" name="Freeform 40">
              <a:extLst>
                <a:ext uri="{FF2B5EF4-FFF2-40B4-BE49-F238E27FC236}">
                  <a16:creationId xmlns:a16="http://schemas.microsoft.com/office/drawing/2014/main" id="{28929FDB-16CF-4165-B32A-EB673EFB7C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1" name="Freeform 41">
              <a:extLst>
                <a:ext uri="{FF2B5EF4-FFF2-40B4-BE49-F238E27FC236}">
                  <a16:creationId xmlns:a16="http://schemas.microsoft.com/office/drawing/2014/main" id="{D8C82883-237C-4209-9545-E832FEE3A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2" name="Freeform 42">
              <a:extLst>
                <a:ext uri="{FF2B5EF4-FFF2-40B4-BE49-F238E27FC236}">
                  <a16:creationId xmlns:a16="http://schemas.microsoft.com/office/drawing/2014/main" id="{F1A52653-BD09-4D65-B05C-2AF4A6473A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3" name="Freeform 43">
              <a:extLst>
                <a:ext uri="{FF2B5EF4-FFF2-40B4-BE49-F238E27FC236}">
                  <a16:creationId xmlns:a16="http://schemas.microsoft.com/office/drawing/2014/main" id="{30724E80-2FD3-4E4A-A3EA-18A4C8886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4" name="Freeform 44">
              <a:extLst>
                <a:ext uri="{FF2B5EF4-FFF2-40B4-BE49-F238E27FC236}">
                  <a16:creationId xmlns:a16="http://schemas.microsoft.com/office/drawing/2014/main" id="{F1B978C7-7BC5-4F73-8B02-66A3CF67CE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5" name="Rectangle 45">
              <a:extLst>
                <a:ext uri="{FF2B5EF4-FFF2-40B4-BE49-F238E27FC236}">
                  <a16:creationId xmlns:a16="http://schemas.microsoft.com/office/drawing/2014/main" id="{799F0CED-DF8F-4350-A036-1981FBE5968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56" name="Freeform 46">
              <a:extLst>
                <a:ext uri="{FF2B5EF4-FFF2-40B4-BE49-F238E27FC236}">
                  <a16:creationId xmlns:a16="http://schemas.microsoft.com/office/drawing/2014/main" id="{9F4DD366-0E86-4E99-9557-496E88B421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7" name="Freeform 47">
              <a:extLst>
                <a:ext uri="{FF2B5EF4-FFF2-40B4-BE49-F238E27FC236}">
                  <a16:creationId xmlns:a16="http://schemas.microsoft.com/office/drawing/2014/main" id="{78BB3321-D5DC-4951-AB38-0C54E3D01D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8" name="Freeform 48">
              <a:extLst>
                <a:ext uri="{FF2B5EF4-FFF2-40B4-BE49-F238E27FC236}">
                  <a16:creationId xmlns:a16="http://schemas.microsoft.com/office/drawing/2014/main" id="{955E548C-7F86-45B2-A0D2-03EAC578D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9" name="Freeform 49">
              <a:extLst>
                <a:ext uri="{FF2B5EF4-FFF2-40B4-BE49-F238E27FC236}">
                  <a16:creationId xmlns:a16="http://schemas.microsoft.com/office/drawing/2014/main" id="{0013F508-5E69-4911-AD93-4ABE3E7C56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0" name="Freeform 50">
              <a:extLst>
                <a:ext uri="{FF2B5EF4-FFF2-40B4-BE49-F238E27FC236}">
                  <a16:creationId xmlns:a16="http://schemas.microsoft.com/office/drawing/2014/main" id="{A7F86768-93E0-4044-A62A-B11EB18FF2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1" name="Freeform 51">
              <a:extLst>
                <a:ext uri="{FF2B5EF4-FFF2-40B4-BE49-F238E27FC236}">
                  <a16:creationId xmlns:a16="http://schemas.microsoft.com/office/drawing/2014/main" id="{BA32A7B4-1DB2-4E4A-B86E-D8DB97B696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2" name="Freeform 52">
              <a:extLst>
                <a:ext uri="{FF2B5EF4-FFF2-40B4-BE49-F238E27FC236}">
                  <a16:creationId xmlns:a16="http://schemas.microsoft.com/office/drawing/2014/main" id="{AB250BD5-076C-4428-B6AF-E9EAE4F65E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3" name="Freeform 53">
              <a:extLst>
                <a:ext uri="{FF2B5EF4-FFF2-40B4-BE49-F238E27FC236}">
                  <a16:creationId xmlns:a16="http://schemas.microsoft.com/office/drawing/2014/main" id="{027DA06A-045F-4711-9307-0508B6ACFA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4" name="Freeform 54">
              <a:extLst>
                <a:ext uri="{FF2B5EF4-FFF2-40B4-BE49-F238E27FC236}">
                  <a16:creationId xmlns:a16="http://schemas.microsoft.com/office/drawing/2014/main" id="{3EB0EDA8-385A-4B2B-97F0-5194F23EB5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5" name="Freeform 55">
              <a:extLst>
                <a:ext uri="{FF2B5EF4-FFF2-40B4-BE49-F238E27FC236}">
                  <a16:creationId xmlns:a16="http://schemas.microsoft.com/office/drawing/2014/main" id="{D6FA258E-AF3F-47C9-9F4E-39ECFD7AC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6" name="Freeform 56">
              <a:extLst>
                <a:ext uri="{FF2B5EF4-FFF2-40B4-BE49-F238E27FC236}">
                  <a16:creationId xmlns:a16="http://schemas.microsoft.com/office/drawing/2014/main" id="{6E471E73-A9C0-4C68-BD8F-360F2ED7BD9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7" name="Freeform 57">
              <a:extLst>
                <a:ext uri="{FF2B5EF4-FFF2-40B4-BE49-F238E27FC236}">
                  <a16:creationId xmlns:a16="http://schemas.microsoft.com/office/drawing/2014/main" id="{C78C3110-8153-4163-B809-0B0C0C9E5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8" name="Freeform 58">
              <a:extLst>
                <a:ext uri="{FF2B5EF4-FFF2-40B4-BE49-F238E27FC236}">
                  <a16:creationId xmlns:a16="http://schemas.microsoft.com/office/drawing/2014/main" id="{DBC57B9F-0B9B-4EDE-B3B3-7C5D5DB399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grpSp>
      <p:sp>
        <p:nvSpPr>
          <p:cNvPr id="2" name="Titel 1">
            <a:extLst>
              <a:ext uri="{FF2B5EF4-FFF2-40B4-BE49-F238E27FC236}">
                <a16:creationId xmlns:a16="http://schemas.microsoft.com/office/drawing/2014/main" id="{2B167B0C-2B10-964F-DDB0-B29A7570A71E}"/>
              </a:ext>
            </a:extLst>
          </p:cNvPr>
          <p:cNvSpPr>
            <a:spLocks noGrp="1"/>
          </p:cNvSpPr>
          <p:nvPr>
            <p:ph type="ctrTitle"/>
          </p:nvPr>
        </p:nvSpPr>
        <p:spPr>
          <a:xfrm>
            <a:off x="1876425" y="1113282"/>
            <a:ext cx="3734941" cy="2396681"/>
          </a:xfrm>
        </p:spPr>
        <p:txBody>
          <a:bodyPr>
            <a:normAutofit/>
          </a:bodyPr>
          <a:lstStyle/>
          <a:p>
            <a:r>
              <a:rPr lang="nl-NL">
                <a:solidFill>
                  <a:srgbClr val="FFFFFF"/>
                </a:solidFill>
              </a:rPr>
              <a:t>AI &amp; RobOTICS</a:t>
            </a:r>
          </a:p>
        </p:txBody>
      </p:sp>
      <p:sp>
        <p:nvSpPr>
          <p:cNvPr id="3" name="Ondertitel 2">
            <a:extLst>
              <a:ext uri="{FF2B5EF4-FFF2-40B4-BE49-F238E27FC236}">
                <a16:creationId xmlns:a16="http://schemas.microsoft.com/office/drawing/2014/main" id="{26F868CC-CA07-F8EE-C210-5982FEF86A00}"/>
              </a:ext>
            </a:extLst>
          </p:cNvPr>
          <p:cNvSpPr>
            <a:spLocks noGrp="1"/>
          </p:cNvSpPr>
          <p:nvPr>
            <p:ph type="subTitle" idx="1"/>
          </p:nvPr>
        </p:nvSpPr>
        <p:spPr>
          <a:xfrm>
            <a:off x="1876425" y="3602038"/>
            <a:ext cx="3734942" cy="2052720"/>
          </a:xfrm>
        </p:spPr>
        <p:txBody>
          <a:bodyPr>
            <a:normAutofit/>
          </a:bodyPr>
          <a:lstStyle/>
          <a:p>
            <a:r>
              <a:rPr lang="nl-NL">
                <a:solidFill>
                  <a:schemeClr val="bg2"/>
                </a:solidFill>
              </a:rPr>
              <a:t>Bruisend verkiezingsfeest 2026</a:t>
            </a:r>
          </a:p>
        </p:txBody>
      </p:sp>
      <p:sp useBgFill="1">
        <p:nvSpPr>
          <p:cNvPr id="70" name="Round Diagonal Corner Rectangle 6">
            <a:extLst>
              <a:ext uri="{FF2B5EF4-FFF2-40B4-BE49-F238E27FC236}">
                <a16:creationId xmlns:a16="http://schemas.microsoft.com/office/drawing/2014/main" id="{62B94F88-FD5B-4053-B143-DFF55CE44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808057"/>
            <a:ext cx="5286376" cy="5234394"/>
          </a:xfrm>
          <a:prstGeom prst="round2DiagRect">
            <a:avLst>
              <a:gd name="adj1" fmla="val 6185"/>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Afbeelding 4">
            <a:extLst>
              <a:ext uri="{FF2B5EF4-FFF2-40B4-BE49-F238E27FC236}">
                <a16:creationId xmlns:a16="http://schemas.microsoft.com/office/drawing/2014/main" id="{93E303C3-E76F-752C-9B5C-58A69F8AEB6C}"/>
              </a:ext>
            </a:extLst>
          </p:cNvPr>
          <p:cNvPicPr>
            <a:picLocks noChangeAspect="1"/>
          </p:cNvPicPr>
          <p:nvPr/>
        </p:nvPicPr>
        <p:blipFill>
          <a:blip r:embed="rId4"/>
          <a:srcRect b="45456"/>
          <a:stretch>
            <a:fillRect/>
          </a:stretch>
        </p:blipFill>
        <p:spPr>
          <a:xfrm>
            <a:off x="5719571" y="804311"/>
            <a:ext cx="5938773" cy="5332084"/>
          </a:xfrm>
          <a:prstGeom prst="rect">
            <a:avLst/>
          </a:prstGeom>
        </p:spPr>
      </p:pic>
    </p:spTree>
    <p:extLst>
      <p:ext uri="{BB962C8B-B14F-4D97-AF65-F5344CB8AC3E}">
        <p14:creationId xmlns:p14="http://schemas.microsoft.com/office/powerpoint/2010/main" val="334906685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a:extLst>
            <a:ext uri="{FF2B5EF4-FFF2-40B4-BE49-F238E27FC236}">
              <a16:creationId xmlns:a16="http://schemas.microsoft.com/office/drawing/2014/main" id="{B0B68DBE-9354-6CD7-7924-E108BBA1A6E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D4B16D-600A-41A1-8B1B-3727C56C0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E7C35E0-BD19-4AFC-81BF-7A7507E9C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60000"/>
            </a:schemeClr>
          </a:solidFill>
          <a:effectLst/>
        </p:grpSpPr>
        <p:sp>
          <p:nvSpPr>
            <p:cNvPr id="11" name="Rectangle 5">
              <a:extLst>
                <a:ext uri="{FF2B5EF4-FFF2-40B4-BE49-F238E27FC236}">
                  <a16:creationId xmlns:a16="http://schemas.microsoft.com/office/drawing/2014/main" id="{1E08D20A-3975-4596-85C6-D4679958628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12" name="Freeform 6">
              <a:extLst>
                <a:ext uri="{FF2B5EF4-FFF2-40B4-BE49-F238E27FC236}">
                  <a16:creationId xmlns:a16="http://schemas.microsoft.com/office/drawing/2014/main" id="{630A9349-BFE4-4720-A229-98DCD3B69F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3" name="Freeform 7">
              <a:extLst>
                <a:ext uri="{FF2B5EF4-FFF2-40B4-BE49-F238E27FC236}">
                  <a16:creationId xmlns:a16="http://schemas.microsoft.com/office/drawing/2014/main" id="{28487744-BBC9-4D40-85B3-0D45003C33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4" name="Rectangle 8">
              <a:extLst>
                <a:ext uri="{FF2B5EF4-FFF2-40B4-BE49-F238E27FC236}">
                  <a16:creationId xmlns:a16="http://schemas.microsoft.com/office/drawing/2014/main" id="{FAD6EF4D-97BD-46B4-9B5B-CD70971DD55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15" name="Freeform 9">
              <a:extLst>
                <a:ext uri="{FF2B5EF4-FFF2-40B4-BE49-F238E27FC236}">
                  <a16:creationId xmlns:a16="http://schemas.microsoft.com/office/drawing/2014/main" id="{210DCC42-11D2-4162-B47A-869B3F6694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6" name="Freeform 10">
              <a:extLst>
                <a:ext uri="{FF2B5EF4-FFF2-40B4-BE49-F238E27FC236}">
                  <a16:creationId xmlns:a16="http://schemas.microsoft.com/office/drawing/2014/main" id="{DE4880D6-6ECE-4F1B-B474-FE3940D04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7" name="Freeform 11">
              <a:extLst>
                <a:ext uri="{FF2B5EF4-FFF2-40B4-BE49-F238E27FC236}">
                  <a16:creationId xmlns:a16="http://schemas.microsoft.com/office/drawing/2014/main" id="{A1A39307-F675-49D2-9E45-28DA2AB5C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 name="Freeform 12">
              <a:extLst>
                <a:ext uri="{FF2B5EF4-FFF2-40B4-BE49-F238E27FC236}">
                  <a16:creationId xmlns:a16="http://schemas.microsoft.com/office/drawing/2014/main" id="{AC5E23C5-C5D6-4BC3-9531-C0B2D7D29F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 name="Freeform 13">
              <a:extLst>
                <a:ext uri="{FF2B5EF4-FFF2-40B4-BE49-F238E27FC236}">
                  <a16:creationId xmlns:a16="http://schemas.microsoft.com/office/drawing/2014/main" id="{4D3FC0A7-9672-4B19-8D54-71C3B39F7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 name="Freeform 14">
              <a:extLst>
                <a:ext uri="{FF2B5EF4-FFF2-40B4-BE49-F238E27FC236}">
                  <a16:creationId xmlns:a16="http://schemas.microsoft.com/office/drawing/2014/main" id="{9911D04C-3FFB-4D1E-8F59-5C02692E3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 name="Freeform 15">
              <a:extLst>
                <a:ext uri="{FF2B5EF4-FFF2-40B4-BE49-F238E27FC236}">
                  <a16:creationId xmlns:a16="http://schemas.microsoft.com/office/drawing/2014/main" id="{A0178C8F-EF32-4F3D-B022-60A7DE1367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2" name="Freeform 16">
              <a:extLst>
                <a:ext uri="{FF2B5EF4-FFF2-40B4-BE49-F238E27FC236}">
                  <a16:creationId xmlns:a16="http://schemas.microsoft.com/office/drawing/2014/main" id="{EEB2DD25-DE0D-48CE-8218-E4EF12273A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3" name="Freeform 17">
              <a:extLst>
                <a:ext uri="{FF2B5EF4-FFF2-40B4-BE49-F238E27FC236}">
                  <a16:creationId xmlns:a16="http://schemas.microsoft.com/office/drawing/2014/main" id="{13C92E55-66CB-48F7-BF28-5D8ED146B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4" name="Freeform 18">
              <a:extLst>
                <a:ext uri="{FF2B5EF4-FFF2-40B4-BE49-F238E27FC236}">
                  <a16:creationId xmlns:a16="http://schemas.microsoft.com/office/drawing/2014/main" id="{CB0B6C7B-4820-48AB-92AF-896559F009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5" name="Freeform 19">
              <a:extLst>
                <a:ext uri="{FF2B5EF4-FFF2-40B4-BE49-F238E27FC236}">
                  <a16:creationId xmlns:a16="http://schemas.microsoft.com/office/drawing/2014/main" id="{2018EECD-4518-458F-989E-6FCAE5AE0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6" name="Freeform 20">
              <a:extLst>
                <a:ext uri="{FF2B5EF4-FFF2-40B4-BE49-F238E27FC236}">
                  <a16:creationId xmlns:a16="http://schemas.microsoft.com/office/drawing/2014/main" id="{1FB0915F-3C52-468A-87E7-F3EE381DA3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7" name="Freeform 21">
              <a:extLst>
                <a:ext uri="{FF2B5EF4-FFF2-40B4-BE49-F238E27FC236}">
                  <a16:creationId xmlns:a16="http://schemas.microsoft.com/office/drawing/2014/main" id="{7B184771-5A8E-4ED5-9179-24B19F26C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8" name="Freeform 22">
              <a:extLst>
                <a:ext uri="{FF2B5EF4-FFF2-40B4-BE49-F238E27FC236}">
                  <a16:creationId xmlns:a16="http://schemas.microsoft.com/office/drawing/2014/main" id="{BC5162D1-D64C-4FBA-BE86-11B27A743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9" name="Freeform 23">
              <a:extLst>
                <a:ext uri="{FF2B5EF4-FFF2-40B4-BE49-F238E27FC236}">
                  <a16:creationId xmlns:a16="http://schemas.microsoft.com/office/drawing/2014/main" id="{9EFF345C-6A58-4123-B2D1-2ED9E369124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0" name="Freeform 24">
              <a:extLst>
                <a:ext uri="{FF2B5EF4-FFF2-40B4-BE49-F238E27FC236}">
                  <a16:creationId xmlns:a16="http://schemas.microsoft.com/office/drawing/2014/main" id="{03CE89F7-AE1C-4370-920E-EE04C4124F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1" name="Freeform 25">
              <a:extLst>
                <a:ext uri="{FF2B5EF4-FFF2-40B4-BE49-F238E27FC236}">
                  <a16:creationId xmlns:a16="http://schemas.microsoft.com/office/drawing/2014/main" id="{D6E298F6-F99D-49EF-B614-24D2179C2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2" name="Freeform 26">
              <a:extLst>
                <a:ext uri="{FF2B5EF4-FFF2-40B4-BE49-F238E27FC236}">
                  <a16:creationId xmlns:a16="http://schemas.microsoft.com/office/drawing/2014/main" id="{2424FD35-451D-468C-9EB2-8DA350C124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3" name="Freeform 27">
              <a:extLst>
                <a:ext uri="{FF2B5EF4-FFF2-40B4-BE49-F238E27FC236}">
                  <a16:creationId xmlns:a16="http://schemas.microsoft.com/office/drawing/2014/main" id="{45BC0C6F-B91F-42CC-9046-522FE8223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4" name="Freeform 28">
              <a:extLst>
                <a:ext uri="{FF2B5EF4-FFF2-40B4-BE49-F238E27FC236}">
                  <a16:creationId xmlns:a16="http://schemas.microsoft.com/office/drawing/2014/main" id="{F88AFBEE-A8B5-4B18-B834-5269F6C13C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5" name="Freeform 29">
              <a:extLst>
                <a:ext uri="{FF2B5EF4-FFF2-40B4-BE49-F238E27FC236}">
                  <a16:creationId xmlns:a16="http://schemas.microsoft.com/office/drawing/2014/main" id="{64B0F493-EC69-4C85-87D4-287628231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6" name="Freeform 30">
              <a:extLst>
                <a:ext uri="{FF2B5EF4-FFF2-40B4-BE49-F238E27FC236}">
                  <a16:creationId xmlns:a16="http://schemas.microsoft.com/office/drawing/2014/main" id="{09920E7F-979C-40F6-8FB1-791325A4A4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7" name="Freeform 31">
              <a:extLst>
                <a:ext uri="{FF2B5EF4-FFF2-40B4-BE49-F238E27FC236}">
                  <a16:creationId xmlns:a16="http://schemas.microsoft.com/office/drawing/2014/main" id="{1387BCC3-D7BF-443E-B18C-87B696E64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8" name="Freeform 32">
              <a:extLst>
                <a:ext uri="{FF2B5EF4-FFF2-40B4-BE49-F238E27FC236}">
                  <a16:creationId xmlns:a16="http://schemas.microsoft.com/office/drawing/2014/main" id="{F1C0670D-9FA2-48D7-AFDB-4438ECC3EE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9" name="Rectangle 33">
              <a:extLst>
                <a:ext uri="{FF2B5EF4-FFF2-40B4-BE49-F238E27FC236}">
                  <a16:creationId xmlns:a16="http://schemas.microsoft.com/office/drawing/2014/main" id="{34088C0C-CAD1-4E66-A162-1D7020365B6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40" name="Freeform 34">
              <a:extLst>
                <a:ext uri="{FF2B5EF4-FFF2-40B4-BE49-F238E27FC236}">
                  <a16:creationId xmlns:a16="http://schemas.microsoft.com/office/drawing/2014/main" id="{B8C224A6-72B4-4763-B708-65A321D0D6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1" name="Freeform 35">
              <a:extLst>
                <a:ext uri="{FF2B5EF4-FFF2-40B4-BE49-F238E27FC236}">
                  <a16:creationId xmlns:a16="http://schemas.microsoft.com/office/drawing/2014/main" id="{2EE3A964-523C-470B-8B10-09053452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2" name="Freeform 36">
              <a:extLst>
                <a:ext uri="{FF2B5EF4-FFF2-40B4-BE49-F238E27FC236}">
                  <a16:creationId xmlns:a16="http://schemas.microsoft.com/office/drawing/2014/main" id="{1B87487E-C0EA-4E2A-8FC0-3D4C4F0177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3" name="Freeform 37">
              <a:extLst>
                <a:ext uri="{FF2B5EF4-FFF2-40B4-BE49-F238E27FC236}">
                  <a16:creationId xmlns:a16="http://schemas.microsoft.com/office/drawing/2014/main" id="{D8B57E7E-D885-4A0B-BBA0-E3BC3A68CD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4" name="Freeform 38">
              <a:extLst>
                <a:ext uri="{FF2B5EF4-FFF2-40B4-BE49-F238E27FC236}">
                  <a16:creationId xmlns:a16="http://schemas.microsoft.com/office/drawing/2014/main" id="{6FB84573-B84B-4571-A6E5-91CD308E7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5" name="Freeform 39">
              <a:extLst>
                <a:ext uri="{FF2B5EF4-FFF2-40B4-BE49-F238E27FC236}">
                  <a16:creationId xmlns:a16="http://schemas.microsoft.com/office/drawing/2014/main" id="{7EE5EE00-E139-4AB9-ACFC-5E39CFA95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6" name="Freeform 40">
              <a:extLst>
                <a:ext uri="{FF2B5EF4-FFF2-40B4-BE49-F238E27FC236}">
                  <a16:creationId xmlns:a16="http://schemas.microsoft.com/office/drawing/2014/main" id="{5A38A6AA-6753-4EFE-94BB-96DF739758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7" name="Freeform 41">
              <a:extLst>
                <a:ext uri="{FF2B5EF4-FFF2-40B4-BE49-F238E27FC236}">
                  <a16:creationId xmlns:a16="http://schemas.microsoft.com/office/drawing/2014/main" id="{506AB599-570B-4547-97F4-F2C672301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8" name="Freeform 42">
              <a:extLst>
                <a:ext uri="{FF2B5EF4-FFF2-40B4-BE49-F238E27FC236}">
                  <a16:creationId xmlns:a16="http://schemas.microsoft.com/office/drawing/2014/main" id="{9AFDEA1E-DBAB-4507-8D36-786F19A85B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9" name="Freeform 43">
              <a:extLst>
                <a:ext uri="{FF2B5EF4-FFF2-40B4-BE49-F238E27FC236}">
                  <a16:creationId xmlns:a16="http://schemas.microsoft.com/office/drawing/2014/main" id="{C824D6F7-0BDF-4C8C-869D-BDDEB0764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0" name="Freeform 44">
              <a:extLst>
                <a:ext uri="{FF2B5EF4-FFF2-40B4-BE49-F238E27FC236}">
                  <a16:creationId xmlns:a16="http://schemas.microsoft.com/office/drawing/2014/main" id="{6953C491-AE0F-4D2B-9474-18D5E8B5D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1" name="Rectangle 45">
              <a:extLst>
                <a:ext uri="{FF2B5EF4-FFF2-40B4-BE49-F238E27FC236}">
                  <a16:creationId xmlns:a16="http://schemas.microsoft.com/office/drawing/2014/main" id="{5B956350-9BDD-4090-B2B6-12C13D1CE27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52" name="Freeform 46">
              <a:extLst>
                <a:ext uri="{FF2B5EF4-FFF2-40B4-BE49-F238E27FC236}">
                  <a16:creationId xmlns:a16="http://schemas.microsoft.com/office/drawing/2014/main" id="{ECE31E80-E354-44C3-81E0-4E3E41DDF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3" name="Freeform 47">
              <a:extLst>
                <a:ext uri="{FF2B5EF4-FFF2-40B4-BE49-F238E27FC236}">
                  <a16:creationId xmlns:a16="http://schemas.microsoft.com/office/drawing/2014/main" id="{9DFA35DB-5360-405A-A7EB-064E51FBC0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4" name="Freeform 48">
              <a:extLst>
                <a:ext uri="{FF2B5EF4-FFF2-40B4-BE49-F238E27FC236}">
                  <a16:creationId xmlns:a16="http://schemas.microsoft.com/office/drawing/2014/main" id="{2DA499BD-4313-4AD1-BE87-4BEF50FEC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5" name="Freeform 49">
              <a:extLst>
                <a:ext uri="{FF2B5EF4-FFF2-40B4-BE49-F238E27FC236}">
                  <a16:creationId xmlns:a16="http://schemas.microsoft.com/office/drawing/2014/main" id="{680E4C6D-12D1-417A-A709-EC416D98FA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6" name="Freeform 50">
              <a:extLst>
                <a:ext uri="{FF2B5EF4-FFF2-40B4-BE49-F238E27FC236}">
                  <a16:creationId xmlns:a16="http://schemas.microsoft.com/office/drawing/2014/main" id="{C93537B4-09B6-4CC6-92DE-3D3BDAC7A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7" name="Freeform 51">
              <a:extLst>
                <a:ext uri="{FF2B5EF4-FFF2-40B4-BE49-F238E27FC236}">
                  <a16:creationId xmlns:a16="http://schemas.microsoft.com/office/drawing/2014/main" id="{5D100FC5-9EA8-4DA7-AFA4-BC60831FD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8" name="Freeform 52">
              <a:extLst>
                <a:ext uri="{FF2B5EF4-FFF2-40B4-BE49-F238E27FC236}">
                  <a16:creationId xmlns:a16="http://schemas.microsoft.com/office/drawing/2014/main" id="{3F10D757-6A3B-4314-9755-419B3738E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9" name="Freeform 53">
              <a:extLst>
                <a:ext uri="{FF2B5EF4-FFF2-40B4-BE49-F238E27FC236}">
                  <a16:creationId xmlns:a16="http://schemas.microsoft.com/office/drawing/2014/main" id="{28A4D881-D08B-4AAF-866D-7C31601126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0" name="Freeform 54">
              <a:extLst>
                <a:ext uri="{FF2B5EF4-FFF2-40B4-BE49-F238E27FC236}">
                  <a16:creationId xmlns:a16="http://schemas.microsoft.com/office/drawing/2014/main" id="{A666F3F8-571E-483F-9B9F-31EDB91A9C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1" name="Freeform 55">
              <a:extLst>
                <a:ext uri="{FF2B5EF4-FFF2-40B4-BE49-F238E27FC236}">
                  <a16:creationId xmlns:a16="http://schemas.microsoft.com/office/drawing/2014/main" id="{18305C0F-0A00-450D-92A1-313C72439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2" name="Freeform 56">
              <a:extLst>
                <a:ext uri="{FF2B5EF4-FFF2-40B4-BE49-F238E27FC236}">
                  <a16:creationId xmlns:a16="http://schemas.microsoft.com/office/drawing/2014/main" id="{9A5635D8-CCB7-4D16-BB87-B1BC1AC97D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3" name="Freeform 57">
              <a:extLst>
                <a:ext uri="{FF2B5EF4-FFF2-40B4-BE49-F238E27FC236}">
                  <a16:creationId xmlns:a16="http://schemas.microsoft.com/office/drawing/2014/main" id="{7C10A784-B5EE-4486-96E7-3CC72B93A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4" name="Freeform 58">
              <a:extLst>
                <a:ext uri="{FF2B5EF4-FFF2-40B4-BE49-F238E27FC236}">
                  <a16:creationId xmlns:a16="http://schemas.microsoft.com/office/drawing/2014/main" id="{AE5FA7CA-916C-4A34-A727-E0289D891A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grpSp>
      <p:pic>
        <p:nvPicPr>
          <p:cNvPr id="66" name="Picture 2">
            <a:extLst>
              <a:ext uri="{FF2B5EF4-FFF2-40B4-BE49-F238E27FC236}">
                <a16:creationId xmlns:a16="http://schemas.microsoft.com/office/drawing/2014/main" id="{51039561-92F9-40EE-900B-6AA0F58042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3" y="9525"/>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3" name="Ondertitel 2">
            <a:extLst>
              <a:ext uri="{FF2B5EF4-FFF2-40B4-BE49-F238E27FC236}">
                <a16:creationId xmlns:a16="http://schemas.microsoft.com/office/drawing/2014/main" id="{97910B04-A828-C2F2-08EE-6D24EC36D682}"/>
              </a:ext>
            </a:extLst>
          </p:cNvPr>
          <p:cNvSpPr>
            <a:spLocks noGrp="1"/>
          </p:cNvSpPr>
          <p:nvPr>
            <p:ph type="subTitle" idx="1"/>
          </p:nvPr>
        </p:nvSpPr>
        <p:spPr>
          <a:xfrm>
            <a:off x="1804988" y="1122363"/>
            <a:ext cx="9496424" cy="5099050"/>
          </a:xfrm>
        </p:spPr>
        <p:txBody>
          <a:bodyPr anchor="ctr">
            <a:noAutofit/>
          </a:bodyPr>
          <a:lstStyle/>
          <a:p>
            <a:pPr>
              <a:lnSpc>
                <a:spcPct val="110000"/>
              </a:lnSpc>
            </a:pPr>
            <a:r>
              <a:rPr lang="nl-NL" dirty="0"/>
              <a:t>Welkom bij het bruisende verkiezingsfeest. We willen graag van de gelegenheid gebruik maken om jullie wat te vertellen over AI &amp; </a:t>
            </a:r>
            <a:r>
              <a:rPr lang="nl-NL" dirty="0" err="1"/>
              <a:t>Robotics</a:t>
            </a:r>
            <a:r>
              <a:rPr lang="nl-NL" dirty="0"/>
              <a:t>. De komende jaren zullen we als -maatschappij </a:t>
            </a:r>
            <a:r>
              <a:rPr lang="nl-NL" dirty="0" err="1"/>
              <a:t>MOETen</a:t>
            </a:r>
            <a:r>
              <a:rPr lang="nl-NL" dirty="0"/>
              <a:t> nadenken over de wijzigingen die op ons afkomen door </a:t>
            </a:r>
            <a:r>
              <a:rPr lang="nl-NL" dirty="0" err="1"/>
              <a:t>AI&amp;Robotics</a:t>
            </a:r>
            <a:r>
              <a:rPr lang="nl-NL" dirty="0"/>
              <a:t>. Wat kunnen we doen vanuit onze relaties, netwerken, verenigingen en zeker zal ook de politiek moeten nadenken over hoe we  </a:t>
            </a:r>
            <a:r>
              <a:rPr lang="nl-NL" dirty="0" err="1"/>
              <a:t>AI&amp;Robotics</a:t>
            </a:r>
            <a:r>
              <a:rPr lang="nl-NL" dirty="0"/>
              <a:t> het beste in kunnen zetten zodat het ons verder *kan helpen </a:t>
            </a:r>
          </a:p>
          <a:p>
            <a:pPr>
              <a:lnSpc>
                <a:spcPct val="110000"/>
              </a:lnSpc>
            </a:pPr>
            <a:r>
              <a:rPr lang="nl-NL" dirty="0"/>
              <a:t>Maar eerst willen we ons graag even voorstellen. Wij zijn Frank en joke kaptein. Vanuit ons familiebedrijf “Ready4AI&amp;Robotices &lt;intermezzo Alex&gt; oh ja natuurlijk zeg iedereen maar even gedag en vertel jij dan eerst maar wie jij bent &lt;intermezzo </a:t>
            </a:r>
            <a:r>
              <a:rPr lang="nl-NL" dirty="0" err="1"/>
              <a:t>AleX</a:t>
            </a:r>
            <a:r>
              <a:rPr lang="nl-NL" dirty="0"/>
              <a:t>). Vertel nog even wat een NAO-robot is ok?-n&lt;intermezzo Alex)</a:t>
            </a:r>
          </a:p>
          <a:p>
            <a:pPr>
              <a:lnSpc>
                <a:spcPct val="110000"/>
              </a:lnSpc>
            </a:pPr>
            <a:r>
              <a:rPr lang="nl-NL" dirty="0"/>
              <a:t>Het feest is straks maar laten we eerst even de mensen nog wat meer vertellen. </a:t>
            </a:r>
          </a:p>
        </p:txBody>
      </p:sp>
      <p:cxnSp>
        <p:nvCxnSpPr>
          <p:cNvPr id="68" name="Straight Connector 67">
            <a:extLst>
              <a:ext uri="{FF2B5EF4-FFF2-40B4-BE49-F238E27FC236}">
                <a16:creationId xmlns:a16="http://schemas.microsoft.com/office/drawing/2014/main" id="{D902DA06-324A-48CE-8C20-94535480A6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133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3720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DEEB51-9B7B-97ED-0075-342DEC55B6E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706AE2E-B17B-43A3-84F8-9C0FE946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2003"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EFFB8CF-3E94-42D7-849C-841E7744B2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11" name="Rectangle 5">
              <a:extLst>
                <a:ext uri="{FF2B5EF4-FFF2-40B4-BE49-F238E27FC236}">
                  <a16:creationId xmlns:a16="http://schemas.microsoft.com/office/drawing/2014/main" id="{C274DE9A-4502-4454-911E-B7FE9ED6DE3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12" name="Freeform 6">
              <a:extLst>
                <a:ext uri="{FF2B5EF4-FFF2-40B4-BE49-F238E27FC236}">
                  <a16:creationId xmlns:a16="http://schemas.microsoft.com/office/drawing/2014/main" id="{76AFCF59-7BED-416B-ACD9-EA099C9B29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3" name="Freeform 7">
              <a:extLst>
                <a:ext uri="{FF2B5EF4-FFF2-40B4-BE49-F238E27FC236}">
                  <a16:creationId xmlns:a16="http://schemas.microsoft.com/office/drawing/2014/main" id="{8EEECEBC-B149-42E5-8164-EE5456F062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4" name="Rectangle 8">
              <a:extLst>
                <a:ext uri="{FF2B5EF4-FFF2-40B4-BE49-F238E27FC236}">
                  <a16:creationId xmlns:a16="http://schemas.microsoft.com/office/drawing/2014/main" id="{03B49256-D2D8-436B-8F29-0C7E53366F1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15" name="Freeform 9">
              <a:extLst>
                <a:ext uri="{FF2B5EF4-FFF2-40B4-BE49-F238E27FC236}">
                  <a16:creationId xmlns:a16="http://schemas.microsoft.com/office/drawing/2014/main" id="{4045E56F-B537-408E-B346-B9B15C39A5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6" name="Freeform 10">
              <a:extLst>
                <a:ext uri="{FF2B5EF4-FFF2-40B4-BE49-F238E27FC236}">
                  <a16:creationId xmlns:a16="http://schemas.microsoft.com/office/drawing/2014/main" id="{904BDB2F-0893-4AD7-A871-C808C9651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7" name="Freeform 11">
              <a:extLst>
                <a:ext uri="{FF2B5EF4-FFF2-40B4-BE49-F238E27FC236}">
                  <a16:creationId xmlns:a16="http://schemas.microsoft.com/office/drawing/2014/main" id="{512D8C6F-C154-4928-9891-DDCF50DA6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 name="Freeform 12">
              <a:extLst>
                <a:ext uri="{FF2B5EF4-FFF2-40B4-BE49-F238E27FC236}">
                  <a16:creationId xmlns:a16="http://schemas.microsoft.com/office/drawing/2014/main" id="{7E2BBA63-D694-4AD5-976F-4F1CDB204A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 name="Freeform 13">
              <a:extLst>
                <a:ext uri="{FF2B5EF4-FFF2-40B4-BE49-F238E27FC236}">
                  <a16:creationId xmlns:a16="http://schemas.microsoft.com/office/drawing/2014/main" id="{394F9847-4F95-42E8-AE7E-8DD8A0E27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 name="Freeform 14">
              <a:extLst>
                <a:ext uri="{FF2B5EF4-FFF2-40B4-BE49-F238E27FC236}">
                  <a16:creationId xmlns:a16="http://schemas.microsoft.com/office/drawing/2014/main" id="{48CE4CA3-085D-44AC-996B-9F347B7BC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 name="Freeform 15">
              <a:extLst>
                <a:ext uri="{FF2B5EF4-FFF2-40B4-BE49-F238E27FC236}">
                  <a16:creationId xmlns:a16="http://schemas.microsoft.com/office/drawing/2014/main" id="{0D7459AE-7E00-4707-B574-1D3636BB46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2" name="Freeform 16">
              <a:extLst>
                <a:ext uri="{FF2B5EF4-FFF2-40B4-BE49-F238E27FC236}">
                  <a16:creationId xmlns:a16="http://schemas.microsoft.com/office/drawing/2014/main" id="{EF95E020-0C4A-4BD5-84BE-6DF8B8BCAB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3" name="Freeform 17">
              <a:extLst>
                <a:ext uri="{FF2B5EF4-FFF2-40B4-BE49-F238E27FC236}">
                  <a16:creationId xmlns:a16="http://schemas.microsoft.com/office/drawing/2014/main" id="{18CC4862-B9BB-4E63-9630-AA5241E68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4" name="Freeform 18">
              <a:extLst>
                <a:ext uri="{FF2B5EF4-FFF2-40B4-BE49-F238E27FC236}">
                  <a16:creationId xmlns:a16="http://schemas.microsoft.com/office/drawing/2014/main" id="{156A0508-DDAB-4BFB-824D-CA9D3D833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5" name="Freeform 19">
              <a:extLst>
                <a:ext uri="{FF2B5EF4-FFF2-40B4-BE49-F238E27FC236}">
                  <a16:creationId xmlns:a16="http://schemas.microsoft.com/office/drawing/2014/main" id="{E3B0103B-60DE-4385-B84E-53694FB9A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6" name="Freeform 20">
              <a:extLst>
                <a:ext uri="{FF2B5EF4-FFF2-40B4-BE49-F238E27FC236}">
                  <a16:creationId xmlns:a16="http://schemas.microsoft.com/office/drawing/2014/main" id="{C8C1C0D4-C36E-4251-A97F-436AFA3797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7" name="Freeform 21">
              <a:extLst>
                <a:ext uri="{FF2B5EF4-FFF2-40B4-BE49-F238E27FC236}">
                  <a16:creationId xmlns:a16="http://schemas.microsoft.com/office/drawing/2014/main" id="{550D7341-7849-4B72-A2D7-68B7161D43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8" name="Freeform 22">
              <a:extLst>
                <a:ext uri="{FF2B5EF4-FFF2-40B4-BE49-F238E27FC236}">
                  <a16:creationId xmlns:a16="http://schemas.microsoft.com/office/drawing/2014/main" id="{C9E742C7-3FF2-4931-B087-46AAA6C33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9" name="Freeform 23">
              <a:extLst>
                <a:ext uri="{FF2B5EF4-FFF2-40B4-BE49-F238E27FC236}">
                  <a16:creationId xmlns:a16="http://schemas.microsoft.com/office/drawing/2014/main" id="{424AF1DB-9264-4B94-9F0D-EF37F12D470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0" name="Freeform 24">
              <a:extLst>
                <a:ext uri="{FF2B5EF4-FFF2-40B4-BE49-F238E27FC236}">
                  <a16:creationId xmlns:a16="http://schemas.microsoft.com/office/drawing/2014/main" id="{766E43D2-CF93-4468-9B12-FFB234513D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1" name="Freeform 25">
              <a:extLst>
                <a:ext uri="{FF2B5EF4-FFF2-40B4-BE49-F238E27FC236}">
                  <a16:creationId xmlns:a16="http://schemas.microsoft.com/office/drawing/2014/main" id="{AC24EC38-E0E5-4A4E-A64D-359DD4A55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2" name="Freeform 26">
              <a:extLst>
                <a:ext uri="{FF2B5EF4-FFF2-40B4-BE49-F238E27FC236}">
                  <a16:creationId xmlns:a16="http://schemas.microsoft.com/office/drawing/2014/main" id="{338D8FE1-6073-44CF-857C-9273A16075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3" name="Freeform 27">
              <a:extLst>
                <a:ext uri="{FF2B5EF4-FFF2-40B4-BE49-F238E27FC236}">
                  <a16:creationId xmlns:a16="http://schemas.microsoft.com/office/drawing/2014/main" id="{39BAF819-1ABF-4754-B2E6-8C023A3B9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4" name="Freeform 28">
              <a:extLst>
                <a:ext uri="{FF2B5EF4-FFF2-40B4-BE49-F238E27FC236}">
                  <a16:creationId xmlns:a16="http://schemas.microsoft.com/office/drawing/2014/main" id="{2B5FE77A-C8CA-4E0E-BA89-53BA982E6A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5" name="Freeform 29">
              <a:extLst>
                <a:ext uri="{FF2B5EF4-FFF2-40B4-BE49-F238E27FC236}">
                  <a16:creationId xmlns:a16="http://schemas.microsoft.com/office/drawing/2014/main" id="{264169FF-BB01-4F56-812A-738BE4AAC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6" name="Freeform 30">
              <a:extLst>
                <a:ext uri="{FF2B5EF4-FFF2-40B4-BE49-F238E27FC236}">
                  <a16:creationId xmlns:a16="http://schemas.microsoft.com/office/drawing/2014/main" id="{831BA8DD-49DA-443B-AD7A-1680CD2875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7" name="Freeform 31">
              <a:extLst>
                <a:ext uri="{FF2B5EF4-FFF2-40B4-BE49-F238E27FC236}">
                  <a16:creationId xmlns:a16="http://schemas.microsoft.com/office/drawing/2014/main" id="{15B5FD47-B408-4DD0-BA9C-76C3F6814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8" name="Freeform 32">
              <a:extLst>
                <a:ext uri="{FF2B5EF4-FFF2-40B4-BE49-F238E27FC236}">
                  <a16:creationId xmlns:a16="http://schemas.microsoft.com/office/drawing/2014/main" id="{2432FB6B-FBB2-438F-A3BC-0392CA9448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39" name="Rectangle 33">
              <a:extLst>
                <a:ext uri="{FF2B5EF4-FFF2-40B4-BE49-F238E27FC236}">
                  <a16:creationId xmlns:a16="http://schemas.microsoft.com/office/drawing/2014/main" id="{A9E1CA69-4810-4E1D-A227-EA4EF0151F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40" name="Freeform 34">
              <a:extLst>
                <a:ext uri="{FF2B5EF4-FFF2-40B4-BE49-F238E27FC236}">
                  <a16:creationId xmlns:a16="http://schemas.microsoft.com/office/drawing/2014/main" id="{978653C5-EFDF-4617-9A6A-E810A9C22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1" name="Freeform 35">
              <a:extLst>
                <a:ext uri="{FF2B5EF4-FFF2-40B4-BE49-F238E27FC236}">
                  <a16:creationId xmlns:a16="http://schemas.microsoft.com/office/drawing/2014/main" id="{F1B9F231-1E6A-4122-81B0-043E2A5F5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2" name="Freeform 36">
              <a:extLst>
                <a:ext uri="{FF2B5EF4-FFF2-40B4-BE49-F238E27FC236}">
                  <a16:creationId xmlns:a16="http://schemas.microsoft.com/office/drawing/2014/main" id="{DF2B6BD0-0057-43BC-8681-9FAC9FC53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3" name="Freeform 37">
              <a:extLst>
                <a:ext uri="{FF2B5EF4-FFF2-40B4-BE49-F238E27FC236}">
                  <a16:creationId xmlns:a16="http://schemas.microsoft.com/office/drawing/2014/main" id="{6D7D7117-2276-4EB9-882B-A44A2DB066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4" name="Freeform 38">
              <a:extLst>
                <a:ext uri="{FF2B5EF4-FFF2-40B4-BE49-F238E27FC236}">
                  <a16:creationId xmlns:a16="http://schemas.microsoft.com/office/drawing/2014/main" id="{98AD68EB-6444-4B28-8F06-C0B6111AC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5" name="Freeform 39">
              <a:extLst>
                <a:ext uri="{FF2B5EF4-FFF2-40B4-BE49-F238E27FC236}">
                  <a16:creationId xmlns:a16="http://schemas.microsoft.com/office/drawing/2014/main" id="{438FA125-C459-48A2-913F-F5D04E160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6" name="Freeform 40">
              <a:extLst>
                <a:ext uri="{FF2B5EF4-FFF2-40B4-BE49-F238E27FC236}">
                  <a16:creationId xmlns:a16="http://schemas.microsoft.com/office/drawing/2014/main" id="{18E796D1-6480-436F-947D-550CCE516E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7" name="Freeform 41">
              <a:extLst>
                <a:ext uri="{FF2B5EF4-FFF2-40B4-BE49-F238E27FC236}">
                  <a16:creationId xmlns:a16="http://schemas.microsoft.com/office/drawing/2014/main" id="{4549B300-4F89-4E35-B5E7-53E3C6A54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8" name="Freeform 42">
              <a:extLst>
                <a:ext uri="{FF2B5EF4-FFF2-40B4-BE49-F238E27FC236}">
                  <a16:creationId xmlns:a16="http://schemas.microsoft.com/office/drawing/2014/main" id="{D8DA6C40-62DD-4FB3-8D06-5A599E3823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49" name="Freeform 43">
              <a:extLst>
                <a:ext uri="{FF2B5EF4-FFF2-40B4-BE49-F238E27FC236}">
                  <a16:creationId xmlns:a16="http://schemas.microsoft.com/office/drawing/2014/main" id="{28EE2B35-9D3D-4925-8DA9-9DF0E40BC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0" name="Freeform 44">
              <a:extLst>
                <a:ext uri="{FF2B5EF4-FFF2-40B4-BE49-F238E27FC236}">
                  <a16:creationId xmlns:a16="http://schemas.microsoft.com/office/drawing/2014/main" id="{9DB82611-4043-4758-81EC-2239619803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1" name="Rectangle 45">
              <a:extLst>
                <a:ext uri="{FF2B5EF4-FFF2-40B4-BE49-F238E27FC236}">
                  <a16:creationId xmlns:a16="http://schemas.microsoft.com/office/drawing/2014/main" id="{A8210AB3-0776-4F74-9227-5E448D1AFA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52" name="Freeform 46">
              <a:extLst>
                <a:ext uri="{FF2B5EF4-FFF2-40B4-BE49-F238E27FC236}">
                  <a16:creationId xmlns:a16="http://schemas.microsoft.com/office/drawing/2014/main" id="{002C10AB-E300-481E-AFA5-410481B16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3" name="Freeform 47">
              <a:extLst>
                <a:ext uri="{FF2B5EF4-FFF2-40B4-BE49-F238E27FC236}">
                  <a16:creationId xmlns:a16="http://schemas.microsoft.com/office/drawing/2014/main" id="{11F47C5E-0453-4EF5-B969-A8263DC6AF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4" name="Freeform 48">
              <a:extLst>
                <a:ext uri="{FF2B5EF4-FFF2-40B4-BE49-F238E27FC236}">
                  <a16:creationId xmlns:a16="http://schemas.microsoft.com/office/drawing/2014/main" id="{D0CFDC87-55E8-40E1-BD98-4E1EA2C09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5" name="Freeform 49">
              <a:extLst>
                <a:ext uri="{FF2B5EF4-FFF2-40B4-BE49-F238E27FC236}">
                  <a16:creationId xmlns:a16="http://schemas.microsoft.com/office/drawing/2014/main" id="{C1151505-8A7F-41D8-AE03-AD172E38C09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6" name="Freeform 50">
              <a:extLst>
                <a:ext uri="{FF2B5EF4-FFF2-40B4-BE49-F238E27FC236}">
                  <a16:creationId xmlns:a16="http://schemas.microsoft.com/office/drawing/2014/main" id="{918DAD20-1F9F-41A7-B9D0-EE92F9B32D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7" name="Freeform 51">
              <a:extLst>
                <a:ext uri="{FF2B5EF4-FFF2-40B4-BE49-F238E27FC236}">
                  <a16:creationId xmlns:a16="http://schemas.microsoft.com/office/drawing/2014/main" id="{D303B51B-ADCC-43C9-AE4F-0168CFA63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8" name="Freeform 52">
              <a:extLst>
                <a:ext uri="{FF2B5EF4-FFF2-40B4-BE49-F238E27FC236}">
                  <a16:creationId xmlns:a16="http://schemas.microsoft.com/office/drawing/2014/main" id="{5621B409-0B0A-4827-81F9-684C335EE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59" name="Freeform 53">
              <a:extLst>
                <a:ext uri="{FF2B5EF4-FFF2-40B4-BE49-F238E27FC236}">
                  <a16:creationId xmlns:a16="http://schemas.microsoft.com/office/drawing/2014/main" id="{FCA6910E-A4EC-464B-B285-5F1E40AEF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0" name="Freeform 54">
              <a:extLst>
                <a:ext uri="{FF2B5EF4-FFF2-40B4-BE49-F238E27FC236}">
                  <a16:creationId xmlns:a16="http://schemas.microsoft.com/office/drawing/2014/main" id="{7D0C75DF-4953-4E72-B34A-2F8BD05235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1" name="Freeform 55">
              <a:extLst>
                <a:ext uri="{FF2B5EF4-FFF2-40B4-BE49-F238E27FC236}">
                  <a16:creationId xmlns:a16="http://schemas.microsoft.com/office/drawing/2014/main" id="{998A65EA-C434-41FF-B792-2BDC11501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2" name="Freeform 56">
              <a:extLst>
                <a:ext uri="{FF2B5EF4-FFF2-40B4-BE49-F238E27FC236}">
                  <a16:creationId xmlns:a16="http://schemas.microsoft.com/office/drawing/2014/main" id="{3A6D2AE4-7ABD-4946-BE69-5FD3C1A1D6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3" name="Freeform 57">
              <a:extLst>
                <a:ext uri="{FF2B5EF4-FFF2-40B4-BE49-F238E27FC236}">
                  <a16:creationId xmlns:a16="http://schemas.microsoft.com/office/drawing/2014/main" id="{833A81DC-8A3A-4141-A713-A2FE1C572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64" name="Freeform 58">
              <a:extLst>
                <a:ext uri="{FF2B5EF4-FFF2-40B4-BE49-F238E27FC236}">
                  <a16:creationId xmlns:a16="http://schemas.microsoft.com/office/drawing/2014/main" id="{47BB7FFD-57DB-41BD-8D42-9FB58174B1B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grpSp>
      <p:pic>
        <p:nvPicPr>
          <p:cNvPr id="66" name="Picture 2">
            <a:extLst>
              <a:ext uri="{FF2B5EF4-FFF2-40B4-BE49-F238E27FC236}">
                <a16:creationId xmlns:a16="http://schemas.microsoft.com/office/drawing/2014/main" id="{3631D3C9-4C1D-4B3A-A737-E6E7800424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3" y="-3747"/>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3" name="Ondertitel 2">
            <a:extLst>
              <a:ext uri="{FF2B5EF4-FFF2-40B4-BE49-F238E27FC236}">
                <a16:creationId xmlns:a16="http://schemas.microsoft.com/office/drawing/2014/main" id="{C7AFC40B-47A8-4F4F-82B5-9C2E88B53114}"/>
              </a:ext>
            </a:extLst>
          </p:cNvPr>
          <p:cNvSpPr>
            <a:spLocks noGrp="1"/>
          </p:cNvSpPr>
          <p:nvPr>
            <p:ph type="subTitle" idx="1"/>
          </p:nvPr>
        </p:nvSpPr>
        <p:spPr>
          <a:xfrm>
            <a:off x="8141959" y="3983038"/>
            <a:ext cx="3500301" cy="2052720"/>
          </a:xfrm>
        </p:spPr>
        <p:txBody>
          <a:bodyPr>
            <a:normAutofit/>
          </a:bodyPr>
          <a:lstStyle/>
          <a:p>
            <a:r>
              <a:rPr lang="nl-NL" sz="1800" dirty="0">
                <a:solidFill>
                  <a:schemeClr val="bg2"/>
                </a:solidFill>
              </a:rPr>
              <a:t>Een nieuwe ordening van mens, machine en maatschappij</a:t>
            </a:r>
          </a:p>
          <a:p>
            <a:endParaRPr lang="nl-NL" sz="1800" dirty="0">
              <a:solidFill>
                <a:schemeClr val="bg2"/>
              </a:solidFill>
            </a:endParaRPr>
          </a:p>
          <a:p>
            <a:endParaRPr lang="nl-NL" sz="1800" dirty="0">
              <a:solidFill>
                <a:schemeClr val="bg2"/>
              </a:solidFill>
            </a:endParaRPr>
          </a:p>
          <a:p>
            <a:endParaRPr lang="nl-NL" sz="1800" dirty="0">
              <a:solidFill>
                <a:schemeClr val="bg2"/>
              </a:solidFill>
            </a:endParaRPr>
          </a:p>
          <a:p>
            <a:endParaRPr lang="nl-NL" sz="1800" dirty="0">
              <a:solidFill>
                <a:schemeClr val="bg2"/>
              </a:solidFill>
            </a:endParaRPr>
          </a:p>
          <a:p>
            <a:endParaRPr lang="nl-NL" sz="1800" dirty="0">
              <a:solidFill>
                <a:schemeClr val="bg2"/>
              </a:solidFill>
            </a:endParaRPr>
          </a:p>
        </p:txBody>
      </p:sp>
      <p:sp useBgFill="1">
        <p:nvSpPr>
          <p:cNvPr id="68" name="Round Diagonal Corner Rectangle 6">
            <a:extLst>
              <a:ext uri="{FF2B5EF4-FFF2-40B4-BE49-F238E27FC236}">
                <a16:creationId xmlns:a16="http://schemas.microsoft.com/office/drawing/2014/main" id="{5B986EF0-8540-483D-9DDE-1F168FAAC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949" y="808057"/>
            <a:ext cx="6752461" cy="5234394"/>
          </a:xfrm>
          <a:prstGeom prst="round2DiagRect">
            <a:avLst>
              <a:gd name="adj1" fmla="val 741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el 1">
            <a:extLst>
              <a:ext uri="{FF2B5EF4-FFF2-40B4-BE49-F238E27FC236}">
                <a16:creationId xmlns:a16="http://schemas.microsoft.com/office/drawing/2014/main" id="{9733A794-187D-C31D-0384-9D4AEAB560D9}"/>
              </a:ext>
            </a:extLst>
          </p:cNvPr>
          <p:cNvGraphicFramePr>
            <a:graphicFrameLocks noGrp="1"/>
          </p:cNvGraphicFramePr>
          <p:nvPr>
            <p:extLst>
              <p:ext uri="{D42A27DB-BD31-4B8C-83A1-F6EECF244321}">
                <p14:modId xmlns:p14="http://schemas.microsoft.com/office/powerpoint/2010/main" val="1078054464"/>
              </p:ext>
            </p:extLst>
          </p:nvPr>
        </p:nvGraphicFramePr>
        <p:xfrm>
          <a:off x="979924" y="1027956"/>
          <a:ext cx="6503660" cy="4887488"/>
        </p:xfrm>
        <a:graphic>
          <a:graphicData uri="http://schemas.openxmlformats.org/drawingml/2006/table">
            <a:tbl>
              <a:tblPr firstRow="1" bandRow="1">
                <a:tableStyleId>{5940675A-B579-460E-94D1-54222C63F5DA}</a:tableStyleId>
              </a:tblPr>
              <a:tblGrid>
                <a:gridCol w="1214184">
                  <a:extLst>
                    <a:ext uri="{9D8B030D-6E8A-4147-A177-3AD203B41FA5}">
                      <a16:colId xmlns:a16="http://schemas.microsoft.com/office/drawing/2014/main" val="2687279277"/>
                    </a:ext>
                  </a:extLst>
                </a:gridCol>
                <a:gridCol w="2635797">
                  <a:extLst>
                    <a:ext uri="{9D8B030D-6E8A-4147-A177-3AD203B41FA5}">
                      <a16:colId xmlns:a16="http://schemas.microsoft.com/office/drawing/2014/main" val="3209749105"/>
                    </a:ext>
                  </a:extLst>
                </a:gridCol>
                <a:gridCol w="2653679">
                  <a:extLst>
                    <a:ext uri="{9D8B030D-6E8A-4147-A177-3AD203B41FA5}">
                      <a16:colId xmlns:a16="http://schemas.microsoft.com/office/drawing/2014/main" val="202265192"/>
                    </a:ext>
                  </a:extLst>
                </a:gridCol>
              </a:tblGrid>
              <a:tr h="743127">
                <a:tc>
                  <a:txBody>
                    <a:bodyPr/>
                    <a:lstStyle/>
                    <a:p>
                      <a:r>
                        <a:rPr lang="nl-NL" sz="1200" dirty="0">
                          <a:solidFill>
                            <a:srgbClr val="002060"/>
                          </a:solidFill>
                        </a:rPr>
                        <a:t>Demografisch3</a:t>
                      </a:r>
                    </a:p>
                  </a:txBody>
                  <a:tcPr marL="60502" marR="60502" marT="30251" marB="30251"/>
                </a:tc>
                <a:tc>
                  <a:txBody>
                    <a:bodyPr/>
                    <a:lstStyle/>
                    <a:p>
                      <a:r>
                        <a:rPr lang="nl-NL" sz="1200">
                          <a:solidFill>
                            <a:srgbClr val="002060"/>
                          </a:solidFill>
                        </a:rPr>
                        <a:t>Vergrijzing, behoefte aan zorg. Tekort arbeidskrachten. Slimme infra, onderhoud veiligheid etc.</a:t>
                      </a:r>
                    </a:p>
                  </a:txBody>
                  <a:tcPr marL="60502" marR="60502" marT="30251" marB="30251"/>
                </a:tc>
                <a:tc>
                  <a:txBody>
                    <a:bodyPr/>
                    <a:lstStyle/>
                    <a:p>
                      <a:r>
                        <a:rPr lang="nl-NL" sz="1200" dirty="0">
                          <a:solidFill>
                            <a:srgbClr val="002060"/>
                          </a:solidFill>
                        </a:rPr>
                        <a:t>Zorgrobots</a:t>
                      </a:r>
                    </a:p>
                    <a:p>
                      <a:r>
                        <a:rPr lang="nl-NL" sz="1200" dirty="0">
                          <a:solidFill>
                            <a:srgbClr val="002060"/>
                          </a:solidFill>
                        </a:rPr>
                        <a:t>Ondersteuning arbeid, politie</a:t>
                      </a:r>
                    </a:p>
                    <a:p>
                      <a:r>
                        <a:rPr lang="nl-NL" sz="1200" dirty="0">
                          <a:solidFill>
                            <a:srgbClr val="002060"/>
                          </a:solidFill>
                        </a:rPr>
                        <a:t>Robot-dichtheid</a:t>
                      </a:r>
                    </a:p>
                  </a:txBody>
                  <a:tcPr marL="60502" marR="60502" marT="30251" marB="30251"/>
                </a:tc>
                <a:extLst>
                  <a:ext uri="{0D108BD9-81ED-4DB2-BD59-A6C34878D82A}">
                    <a16:rowId xmlns:a16="http://schemas.microsoft.com/office/drawing/2014/main" val="2089312883"/>
                  </a:ext>
                </a:extLst>
              </a:tr>
              <a:tr h="957490">
                <a:tc>
                  <a:txBody>
                    <a:bodyPr/>
                    <a:lstStyle/>
                    <a:p>
                      <a:r>
                        <a:rPr lang="nl-NL" sz="1200" dirty="0">
                          <a:solidFill>
                            <a:srgbClr val="002060"/>
                          </a:solidFill>
                        </a:rPr>
                        <a:t>Economisch</a:t>
                      </a:r>
                    </a:p>
                  </a:txBody>
                  <a:tcPr marL="60502" marR="60502" marT="30251" marB="30251"/>
                </a:tc>
                <a:tc>
                  <a:txBody>
                    <a:bodyPr/>
                    <a:lstStyle/>
                    <a:p>
                      <a:r>
                        <a:rPr lang="nl-NL" sz="1200">
                          <a:solidFill>
                            <a:srgbClr val="002060"/>
                          </a:solidFill>
                        </a:rPr>
                        <a:t>Investering AI, autonome systemen, productie/efficiency, emerging market AI-consulting, datamanagement</a:t>
                      </a:r>
                    </a:p>
                  </a:txBody>
                  <a:tcPr marL="60502" marR="60502" marT="30251" marB="30251"/>
                </a:tc>
                <a:tc>
                  <a:txBody>
                    <a:bodyPr/>
                    <a:lstStyle/>
                    <a:p>
                      <a:r>
                        <a:rPr lang="nl-NL" sz="1200">
                          <a:solidFill>
                            <a:srgbClr val="002060"/>
                          </a:solidFill>
                        </a:rPr>
                        <a:t>Kostenbesparingen, herwaardering werk, kloof met en zonder AI, digitale afhankelijkheid</a:t>
                      </a:r>
                    </a:p>
                  </a:txBody>
                  <a:tcPr marL="60502" marR="60502" marT="30251" marB="30251"/>
                </a:tc>
                <a:extLst>
                  <a:ext uri="{0D108BD9-81ED-4DB2-BD59-A6C34878D82A}">
                    <a16:rowId xmlns:a16="http://schemas.microsoft.com/office/drawing/2014/main" val="2835571977"/>
                  </a:ext>
                </a:extLst>
              </a:tr>
              <a:tr h="743127">
                <a:tc>
                  <a:txBody>
                    <a:bodyPr/>
                    <a:lstStyle/>
                    <a:p>
                      <a:r>
                        <a:rPr lang="nl-NL" sz="1200" dirty="0">
                          <a:solidFill>
                            <a:srgbClr val="002060"/>
                          </a:solidFill>
                        </a:rPr>
                        <a:t>Politiek-juridisch</a:t>
                      </a:r>
                    </a:p>
                  </a:txBody>
                  <a:tcPr marL="60502" marR="60502" marT="30251" marB="30251"/>
                </a:tc>
                <a:tc>
                  <a:txBody>
                    <a:bodyPr/>
                    <a:lstStyle/>
                    <a:p>
                      <a:r>
                        <a:rPr lang="nl-NL" sz="1200">
                          <a:solidFill>
                            <a:srgbClr val="002060"/>
                          </a:solidFill>
                        </a:rPr>
                        <a:t>Wetgeving EU AI act, data-ethiek, autonomoie, militair, concurrentie, veiligheid</a:t>
                      </a:r>
                    </a:p>
                  </a:txBody>
                  <a:tcPr marL="60502" marR="60502" marT="30251" marB="30251"/>
                </a:tc>
                <a:tc>
                  <a:txBody>
                    <a:bodyPr/>
                    <a:lstStyle/>
                    <a:p>
                      <a:r>
                        <a:rPr lang="nl-NL" sz="1200">
                          <a:solidFill>
                            <a:srgbClr val="002060"/>
                          </a:solidFill>
                        </a:rPr>
                        <a:t>AI gedrag,veiligheid,data, internationale spanningen, AI-governance wereldwijd</a:t>
                      </a:r>
                    </a:p>
                  </a:txBody>
                  <a:tcPr marL="60502" marR="60502" marT="30251" marB="30251"/>
                </a:tc>
                <a:extLst>
                  <a:ext uri="{0D108BD9-81ED-4DB2-BD59-A6C34878D82A}">
                    <a16:rowId xmlns:a16="http://schemas.microsoft.com/office/drawing/2014/main" val="2061597396"/>
                  </a:ext>
                </a:extLst>
              </a:tr>
              <a:tr h="743127">
                <a:tc>
                  <a:txBody>
                    <a:bodyPr/>
                    <a:lstStyle/>
                    <a:p>
                      <a:r>
                        <a:rPr lang="nl-NL" sz="1200">
                          <a:solidFill>
                            <a:srgbClr val="002060"/>
                          </a:solidFill>
                        </a:rPr>
                        <a:t>Ecologisch</a:t>
                      </a:r>
                    </a:p>
                  </a:txBody>
                  <a:tcPr marL="60502" marR="60502" marT="30251" marB="30251"/>
                </a:tc>
                <a:tc>
                  <a:txBody>
                    <a:bodyPr/>
                    <a:lstStyle/>
                    <a:p>
                      <a:r>
                        <a:rPr lang="nl-NL" sz="1200" dirty="0">
                          <a:solidFill>
                            <a:srgbClr val="002060"/>
                          </a:solidFill>
                        </a:rPr>
                        <a:t>AI helpt bij energieoptimalisatie maar hoog gebruik </a:t>
                      </a:r>
                      <a:r>
                        <a:rPr lang="nl-NL" sz="1200" dirty="0" err="1">
                          <a:solidFill>
                            <a:srgbClr val="002060"/>
                          </a:solidFill>
                        </a:rPr>
                        <a:t>bijv</a:t>
                      </a:r>
                      <a:r>
                        <a:rPr lang="nl-NL" sz="1200" dirty="0">
                          <a:solidFill>
                            <a:srgbClr val="002060"/>
                          </a:solidFill>
                        </a:rPr>
                        <a:t> datacenters. Robotica landbouw</a:t>
                      </a:r>
                    </a:p>
                  </a:txBody>
                  <a:tcPr marL="60502" marR="60502" marT="30251" marB="30251"/>
                </a:tc>
                <a:tc>
                  <a:txBody>
                    <a:bodyPr/>
                    <a:lstStyle/>
                    <a:p>
                      <a:r>
                        <a:rPr lang="nl-NL" sz="1200" dirty="0">
                          <a:solidFill>
                            <a:srgbClr val="002060"/>
                          </a:solidFill>
                        </a:rPr>
                        <a:t>Duurzame productie, milieudruk “groene </a:t>
                      </a:r>
                      <a:r>
                        <a:rPr lang="nl-NL" sz="1200" dirty="0" err="1">
                          <a:solidFill>
                            <a:srgbClr val="002060"/>
                          </a:solidFill>
                        </a:rPr>
                        <a:t>cloud</a:t>
                      </a:r>
                      <a:r>
                        <a:rPr lang="nl-NL" sz="1200" dirty="0">
                          <a:solidFill>
                            <a:srgbClr val="002060"/>
                          </a:solidFill>
                        </a:rPr>
                        <a:t>” balans technologie redder en ver-0vuiler</a:t>
                      </a:r>
                    </a:p>
                  </a:txBody>
                  <a:tcPr marL="60502" marR="60502" marT="30251" marB="30251"/>
                </a:tc>
                <a:extLst>
                  <a:ext uri="{0D108BD9-81ED-4DB2-BD59-A6C34878D82A}">
                    <a16:rowId xmlns:a16="http://schemas.microsoft.com/office/drawing/2014/main" val="2837592244"/>
                  </a:ext>
                </a:extLst>
              </a:tr>
              <a:tr h="957490">
                <a:tc>
                  <a:txBody>
                    <a:bodyPr/>
                    <a:lstStyle/>
                    <a:p>
                      <a:r>
                        <a:rPr lang="nl-NL" sz="1200">
                          <a:solidFill>
                            <a:srgbClr val="002060"/>
                          </a:solidFill>
                        </a:rPr>
                        <a:t>Sociaal-cultureel</a:t>
                      </a:r>
                    </a:p>
                  </a:txBody>
                  <a:tcPr marL="60502" marR="60502" marT="30251" marB="30251"/>
                </a:tc>
                <a:tc>
                  <a:txBody>
                    <a:bodyPr/>
                    <a:lstStyle/>
                    <a:p>
                      <a:r>
                        <a:rPr lang="nl-NL" sz="1200">
                          <a:solidFill>
                            <a:srgbClr val="002060"/>
                          </a:solidFill>
                        </a:rPr>
                        <a:t>Interactie mens/machine, angst/fascinatie controle, morele vraagstukken empathie, authenticiteit</a:t>
                      </a:r>
                    </a:p>
                  </a:txBody>
                  <a:tcPr marL="60502" marR="60502" marT="30251" marB="30251"/>
                </a:tc>
                <a:tc>
                  <a:txBody>
                    <a:bodyPr/>
                    <a:lstStyle/>
                    <a:p>
                      <a:r>
                        <a:rPr lang="nl-NL" sz="1200" dirty="0" err="1">
                          <a:solidFill>
                            <a:srgbClr val="002060"/>
                          </a:solidFill>
                        </a:rPr>
                        <a:t>Mensbeeld”wat</a:t>
                      </a:r>
                      <a:r>
                        <a:rPr lang="nl-NL" sz="1200" dirty="0">
                          <a:solidFill>
                            <a:srgbClr val="002060"/>
                          </a:solidFill>
                        </a:rPr>
                        <a:t> is dat?” vertrouwen. </a:t>
                      </a:r>
                      <a:r>
                        <a:rPr lang="nl-NL" sz="1200" dirty="0" err="1">
                          <a:solidFill>
                            <a:srgbClr val="002060"/>
                          </a:solidFill>
                        </a:rPr>
                        <a:t>Onderwijs&amp;ethiek</a:t>
                      </a:r>
                      <a:r>
                        <a:rPr lang="nl-NL" sz="1200" dirty="0">
                          <a:solidFill>
                            <a:srgbClr val="002060"/>
                          </a:solidFill>
                        </a:rPr>
                        <a:t>, culturele verschillen accept versus scepsis</a:t>
                      </a:r>
                    </a:p>
                  </a:txBody>
                  <a:tcPr marL="60502" marR="60502" marT="30251" marB="30251"/>
                </a:tc>
                <a:extLst>
                  <a:ext uri="{0D108BD9-81ED-4DB2-BD59-A6C34878D82A}">
                    <a16:rowId xmlns:a16="http://schemas.microsoft.com/office/drawing/2014/main" val="1567187784"/>
                  </a:ext>
                </a:extLst>
              </a:tr>
              <a:tr h="743127">
                <a:tc>
                  <a:txBody>
                    <a:bodyPr/>
                    <a:lstStyle/>
                    <a:p>
                      <a:r>
                        <a:rPr lang="nl-NL" sz="1200">
                          <a:solidFill>
                            <a:srgbClr val="002060"/>
                          </a:solidFill>
                        </a:rPr>
                        <a:t>Technologie</a:t>
                      </a:r>
                    </a:p>
                  </a:txBody>
                  <a:tcPr marL="60502" marR="60502" marT="30251" marB="30251"/>
                </a:tc>
                <a:tc>
                  <a:txBody>
                    <a:bodyPr/>
                    <a:lstStyle/>
                    <a:p>
                      <a:r>
                        <a:rPr lang="nl-NL" sz="1200">
                          <a:solidFill>
                            <a:srgbClr val="002060"/>
                          </a:solidFill>
                        </a:rPr>
                        <a:t>Versmelting AI, Robotica, IoT, autonome eco, generatieve AI zelflerend, adaptief gedrag</a:t>
                      </a:r>
                    </a:p>
                  </a:txBody>
                  <a:tcPr marL="60502" marR="60502" marT="30251" marB="30251"/>
                </a:tc>
                <a:tc>
                  <a:txBody>
                    <a:bodyPr/>
                    <a:lstStyle/>
                    <a:p>
                      <a:r>
                        <a:rPr lang="nl-NL" sz="1200" dirty="0">
                          <a:solidFill>
                            <a:srgbClr val="002060"/>
                          </a:solidFill>
                        </a:rPr>
                        <a:t>Exponentiele versnelling, risico op </a:t>
                      </a:r>
                      <a:r>
                        <a:rPr lang="nl-NL" sz="1200" dirty="0" err="1">
                          <a:solidFill>
                            <a:srgbClr val="002060"/>
                          </a:solidFill>
                        </a:rPr>
                        <a:t>blackbox</a:t>
                      </a:r>
                      <a:r>
                        <a:rPr lang="nl-NL" sz="1200" dirty="0">
                          <a:solidFill>
                            <a:srgbClr val="002060"/>
                          </a:solidFill>
                        </a:rPr>
                        <a:t>, neuro interfaces en afhankelijkheid</a:t>
                      </a:r>
                    </a:p>
                  </a:txBody>
                  <a:tcPr marL="60502" marR="60502" marT="30251" marB="30251"/>
                </a:tc>
                <a:extLst>
                  <a:ext uri="{0D108BD9-81ED-4DB2-BD59-A6C34878D82A}">
                    <a16:rowId xmlns:a16="http://schemas.microsoft.com/office/drawing/2014/main" val="3565881483"/>
                  </a:ext>
                </a:extLst>
              </a:tr>
            </a:tbl>
          </a:graphicData>
        </a:graphic>
      </p:graphicFrame>
    </p:spTree>
    <p:extLst>
      <p:ext uri="{BB962C8B-B14F-4D97-AF65-F5344CB8AC3E}">
        <p14:creationId xmlns:p14="http://schemas.microsoft.com/office/powerpoint/2010/main" val="3769468790"/>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A03DCA4F-603E-151D-8A78-2CE93D91585D}"/>
            </a:ext>
          </a:extLst>
        </p:cNvPr>
        <p:cNvGrpSpPr/>
        <p:nvPr/>
      </p:nvGrpSpPr>
      <p:grpSpPr>
        <a:xfrm>
          <a:off x="0" y="0"/>
          <a:ext cx="0" cy="0"/>
          <a:chOff x="0" y="0"/>
          <a:chExt cx="0" cy="0"/>
        </a:xfrm>
      </p:grpSpPr>
      <p:grpSp>
        <p:nvGrpSpPr>
          <p:cNvPr id="126" name="Group 125">
            <a:extLst>
              <a:ext uri="{FF2B5EF4-FFF2-40B4-BE49-F238E27FC236}">
                <a16:creationId xmlns:a16="http://schemas.microsoft.com/office/drawing/2014/main" id="{0AA0ABC4-450E-8BC5-69F7-5167332C3C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27" name="Rectangle 126">
              <a:extLst>
                <a:ext uri="{FF2B5EF4-FFF2-40B4-BE49-F238E27FC236}">
                  <a16:creationId xmlns:a16="http://schemas.microsoft.com/office/drawing/2014/main" id="{C6900AB1-ED57-9042-98A4-77F8642193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28" name="Picture 2">
              <a:extLst>
                <a:ext uri="{FF2B5EF4-FFF2-40B4-BE49-F238E27FC236}">
                  <a16:creationId xmlns:a16="http://schemas.microsoft.com/office/drawing/2014/main" id="{22817E32-1C24-4FEE-C14A-4CDCA9A997E1}"/>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sp>
        <p:nvSpPr>
          <p:cNvPr id="3" name="Ondertitel 2">
            <a:extLst>
              <a:ext uri="{FF2B5EF4-FFF2-40B4-BE49-F238E27FC236}">
                <a16:creationId xmlns:a16="http://schemas.microsoft.com/office/drawing/2014/main" id="{0AEEB265-62E1-2FD0-8B13-AEF2C5634186}"/>
              </a:ext>
            </a:extLst>
          </p:cNvPr>
          <p:cNvSpPr>
            <a:spLocks noGrp="1"/>
          </p:cNvSpPr>
          <p:nvPr>
            <p:ph type="subTitle" idx="1"/>
          </p:nvPr>
        </p:nvSpPr>
        <p:spPr>
          <a:xfrm>
            <a:off x="1143001" y="4131325"/>
            <a:ext cx="9163048" cy="2538821"/>
          </a:xfrm>
        </p:spPr>
        <p:txBody>
          <a:bodyPr anchor="t">
            <a:normAutofit fontScale="85000" lnSpcReduction="20000"/>
          </a:bodyPr>
          <a:lstStyle/>
          <a:p>
            <a:pPr>
              <a:lnSpc>
                <a:spcPct val="110000"/>
              </a:lnSpc>
            </a:pPr>
            <a:r>
              <a:rPr lang="nl-NL" sz="3200" dirty="0"/>
              <a:t>wat kan maar ook de andere kant.</a:t>
            </a:r>
          </a:p>
          <a:p>
            <a:pPr>
              <a:lnSpc>
                <a:spcPct val="110000"/>
              </a:lnSpc>
            </a:pPr>
            <a:r>
              <a:rPr lang="nl-NL" sz="3200" dirty="0" err="1"/>
              <a:t>Paro</a:t>
            </a:r>
            <a:r>
              <a:rPr lang="nl-NL" sz="3200" dirty="0"/>
              <a:t> de zorgrobot</a:t>
            </a:r>
          </a:p>
          <a:p>
            <a:pPr>
              <a:lnSpc>
                <a:spcPct val="110000"/>
              </a:lnSpc>
            </a:pPr>
            <a:r>
              <a:rPr lang="nl-NL" sz="3200" dirty="0"/>
              <a:t>NAO bij kinderen met diabetes</a:t>
            </a:r>
          </a:p>
          <a:p>
            <a:pPr>
              <a:lnSpc>
                <a:spcPct val="110000"/>
              </a:lnSpc>
            </a:pPr>
            <a:r>
              <a:rPr lang="nl-NL" sz="3200" dirty="0" err="1"/>
              <a:t>Pepper</a:t>
            </a:r>
            <a:r>
              <a:rPr lang="nl-NL" sz="3200" dirty="0"/>
              <a:t> voor recepties</a:t>
            </a:r>
          </a:p>
          <a:p>
            <a:pPr>
              <a:lnSpc>
                <a:spcPct val="110000"/>
              </a:lnSpc>
            </a:pPr>
            <a:r>
              <a:rPr lang="nl-NL" sz="3200" dirty="0"/>
              <a:t>Digitale agent </a:t>
            </a:r>
          </a:p>
          <a:p>
            <a:pPr>
              <a:lnSpc>
                <a:spcPct val="110000"/>
              </a:lnSpc>
            </a:pPr>
            <a:endParaRPr lang="nl-NL" sz="500" dirty="0"/>
          </a:p>
          <a:p>
            <a:pPr>
              <a:lnSpc>
                <a:spcPct val="110000"/>
              </a:lnSpc>
            </a:pPr>
            <a:endParaRPr lang="nl-NL" sz="500" dirty="0"/>
          </a:p>
          <a:p>
            <a:pPr>
              <a:lnSpc>
                <a:spcPct val="110000"/>
              </a:lnSpc>
            </a:pPr>
            <a:endParaRPr lang="nl-NL" sz="500" dirty="0"/>
          </a:p>
          <a:p>
            <a:pPr>
              <a:lnSpc>
                <a:spcPct val="110000"/>
              </a:lnSpc>
            </a:pPr>
            <a:endParaRPr lang="nl-NL" sz="500" dirty="0"/>
          </a:p>
        </p:txBody>
      </p:sp>
      <p:grpSp>
        <p:nvGrpSpPr>
          <p:cNvPr id="130" name="Group 129">
            <a:extLst>
              <a:ext uri="{FF2B5EF4-FFF2-40B4-BE49-F238E27FC236}">
                <a16:creationId xmlns:a16="http://schemas.microsoft.com/office/drawing/2014/main" id="{02EC8A37-D54F-417D-314B-A39B9721A3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31" name="Rectangle 5">
              <a:extLst>
                <a:ext uri="{FF2B5EF4-FFF2-40B4-BE49-F238E27FC236}">
                  <a16:creationId xmlns:a16="http://schemas.microsoft.com/office/drawing/2014/main" id="{D844EFB9-B1D5-F3F9-AE96-E44A1C6CD8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32" name="Freeform 6">
              <a:extLst>
                <a:ext uri="{FF2B5EF4-FFF2-40B4-BE49-F238E27FC236}">
                  <a16:creationId xmlns:a16="http://schemas.microsoft.com/office/drawing/2014/main" id="{FD598636-6963-74FF-1DC2-4C9EA7935C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33" name="Freeform 7">
              <a:extLst>
                <a:ext uri="{FF2B5EF4-FFF2-40B4-BE49-F238E27FC236}">
                  <a16:creationId xmlns:a16="http://schemas.microsoft.com/office/drawing/2014/main" id="{EF89ADB2-EE2A-752E-DAD1-4D870D6BFF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34" name="Freeform 8">
              <a:extLst>
                <a:ext uri="{FF2B5EF4-FFF2-40B4-BE49-F238E27FC236}">
                  <a16:creationId xmlns:a16="http://schemas.microsoft.com/office/drawing/2014/main" id="{AE15E077-40B4-B1A2-45C1-D22D0A494D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35" name="Freeform 9">
              <a:extLst>
                <a:ext uri="{FF2B5EF4-FFF2-40B4-BE49-F238E27FC236}">
                  <a16:creationId xmlns:a16="http://schemas.microsoft.com/office/drawing/2014/main" id="{D1D6D886-35B7-7504-4D96-2594F579F4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36" name="Freeform 10">
              <a:extLst>
                <a:ext uri="{FF2B5EF4-FFF2-40B4-BE49-F238E27FC236}">
                  <a16:creationId xmlns:a16="http://schemas.microsoft.com/office/drawing/2014/main" id="{2E93F0E1-58A2-D005-36E7-E963338ED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37" name="Freeform 11">
              <a:extLst>
                <a:ext uri="{FF2B5EF4-FFF2-40B4-BE49-F238E27FC236}">
                  <a16:creationId xmlns:a16="http://schemas.microsoft.com/office/drawing/2014/main" id="{B99428F8-43B1-560B-A902-1C6263EFD0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38" name="Freeform 12">
              <a:extLst>
                <a:ext uri="{FF2B5EF4-FFF2-40B4-BE49-F238E27FC236}">
                  <a16:creationId xmlns:a16="http://schemas.microsoft.com/office/drawing/2014/main" id="{7C188883-6056-8F5D-5CD1-A1B3CA4966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39" name="Freeform 13">
              <a:extLst>
                <a:ext uri="{FF2B5EF4-FFF2-40B4-BE49-F238E27FC236}">
                  <a16:creationId xmlns:a16="http://schemas.microsoft.com/office/drawing/2014/main" id="{9730131C-830B-ED32-561F-40254AEB12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0" name="Freeform 14">
              <a:extLst>
                <a:ext uri="{FF2B5EF4-FFF2-40B4-BE49-F238E27FC236}">
                  <a16:creationId xmlns:a16="http://schemas.microsoft.com/office/drawing/2014/main" id="{3AEB80BB-2E7D-B676-C9D1-BF2A1118F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1" name="Freeform 15">
              <a:extLst>
                <a:ext uri="{FF2B5EF4-FFF2-40B4-BE49-F238E27FC236}">
                  <a16:creationId xmlns:a16="http://schemas.microsoft.com/office/drawing/2014/main" id="{E0CC97D7-160B-19D3-CB7A-33CA8F869B4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2" name="Line 16">
              <a:extLst>
                <a:ext uri="{FF2B5EF4-FFF2-40B4-BE49-F238E27FC236}">
                  <a16:creationId xmlns:a16="http://schemas.microsoft.com/office/drawing/2014/main" id="{B1CAB48F-16B9-0D09-B898-9C123567A15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3" name="Freeform 17">
              <a:extLst>
                <a:ext uri="{FF2B5EF4-FFF2-40B4-BE49-F238E27FC236}">
                  <a16:creationId xmlns:a16="http://schemas.microsoft.com/office/drawing/2014/main" id="{CCDFA8F4-C835-68FB-2E68-5515E5680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4" name="Freeform 18">
              <a:extLst>
                <a:ext uri="{FF2B5EF4-FFF2-40B4-BE49-F238E27FC236}">
                  <a16:creationId xmlns:a16="http://schemas.microsoft.com/office/drawing/2014/main" id="{45A46BFC-90E7-8CD6-38AB-3F43644B4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5" name="Freeform 19">
              <a:extLst>
                <a:ext uri="{FF2B5EF4-FFF2-40B4-BE49-F238E27FC236}">
                  <a16:creationId xmlns:a16="http://schemas.microsoft.com/office/drawing/2014/main" id="{585CEF2A-4C4A-487D-C6BE-781B7880B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6" name="Freeform 20">
              <a:extLst>
                <a:ext uri="{FF2B5EF4-FFF2-40B4-BE49-F238E27FC236}">
                  <a16:creationId xmlns:a16="http://schemas.microsoft.com/office/drawing/2014/main" id="{D53C8E39-78B0-EF6F-FB02-28EE471FCF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7" name="Rectangle 21">
              <a:extLst>
                <a:ext uri="{FF2B5EF4-FFF2-40B4-BE49-F238E27FC236}">
                  <a16:creationId xmlns:a16="http://schemas.microsoft.com/office/drawing/2014/main" id="{C8B78335-B017-2538-1EA7-CF3596D592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8" name="Freeform 22">
              <a:extLst>
                <a:ext uri="{FF2B5EF4-FFF2-40B4-BE49-F238E27FC236}">
                  <a16:creationId xmlns:a16="http://schemas.microsoft.com/office/drawing/2014/main" id="{C30DA28D-7305-2690-B923-DD0188309E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9" name="Freeform 23">
              <a:extLst>
                <a:ext uri="{FF2B5EF4-FFF2-40B4-BE49-F238E27FC236}">
                  <a16:creationId xmlns:a16="http://schemas.microsoft.com/office/drawing/2014/main" id="{BE34C471-A983-DCAE-F92F-55A0047A44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50" name="Freeform 24">
              <a:extLst>
                <a:ext uri="{FF2B5EF4-FFF2-40B4-BE49-F238E27FC236}">
                  <a16:creationId xmlns:a16="http://schemas.microsoft.com/office/drawing/2014/main" id="{9C3B2CC2-9141-CDC8-33A8-B199E7DF2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51" name="Freeform 25">
              <a:extLst>
                <a:ext uri="{FF2B5EF4-FFF2-40B4-BE49-F238E27FC236}">
                  <a16:creationId xmlns:a16="http://schemas.microsoft.com/office/drawing/2014/main" id="{2B29226C-F883-0952-7B68-F72CD7BC6C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52" name="Freeform 26">
              <a:extLst>
                <a:ext uri="{FF2B5EF4-FFF2-40B4-BE49-F238E27FC236}">
                  <a16:creationId xmlns:a16="http://schemas.microsoft.com/office/drawing/2014/main" id="{45EDB803-324F-A4C6-B4C5-062E1D579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53" name="Freeform 27">
              <a:extLst>
                <a:ext uri="{FF2B5EF4-FFF2-40B4-BE49-F238E27FC236}">
                  <a16:creationId xmlns:a16="http://schemas.microsoft.com/office/drawing/2014/main" id="{4CEF03FD-A07A-D310-1463-4D43D0414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54" name="Freeform 28">
              <a:extLst>
                <a:ext uri="{FF2B5EF4-FFF2-40B4-BE49-F238E27FC236}">
                  <a16:creationId xmlns:a16="http://schemas.microsoft.com/office/drawing/2014/main" id="{587E1060-0E07-FB13-98D7-908D94627A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55" name="Freeform 29">
              <a:extLst>
                <a:ext uri="{FF2B5EF4-FFF2-40B4-BE49-F238E27FC236}">
                  <a16:creationId xmlns:a16="http://schemas.microsoft.com/office/drawing/2014/main" id="{19D8DBF7-EA18-A019-7D49-141518EF40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56" name="Freeform 30">
              <a:extLst>
                <a:ext uri="{FF2B5EF4-FFF2-40B4-BE49-F238E27FC236}">
                  <a16:creationId xmlns:a16="http://schemas.microsoft.com/office/drawing/2014/main" id="{4968E304-B425-5CBD-4DAD-441B3CD9C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57" name="Freeform 31">
              <a:extLst>
                <a:ext uri="{FF2B5EF4-FFF2-40B4-BE49-F238E27FC236}">
                  <a16:creationId xmlns:a16="http://schemas.microsoft.com/office/drawing/2014/main" id="{9D7BA73E-7C3F-F5C7-0B2D-9864957158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grpSp>
      <p:pic>
        <p:nvPicPr>
          <p:cNvPr id="6" name="Afbeelding 5">
            <a:extLst>
              <a:ext uri="{FF2B5EF4-FFF2-40B4-BE49-F238E27FC236}">
                <a16:creationId xmlns:a16="http://schemas.microsoft.com/office/drawing/2014/main" id="{C947A89D-0723-32A5-CD2E-340B4457FE50}"/>
              </a:ext>
            </a:extLst>
          </p:cNvPr>
          <p:cNvPicPr>
            <a:picLocks noChangeAspect="1"/>
          </p:cNvPicPr>
          <p:nvPr/>
        </p:nvPicPr>
        <p:blipFill>
          <a:blip r:embed="rId5"/>
          <a:srcRect r="4" b="37022"/>
          <a:stretch>
            <a:fillRect/>
          </a:stretch>
        </p:blipFill>
        <p:spPr>
          <a:xfrm>
            <a:off x="1141411" y="607028"/>
            <a:ext cx="3182939" cy="3299778"/>
          </a:xfrm>
          <a:custGeom>
            <a:avLst/>
            <a:gdLst/>
            <a:ahLst/>
            <a:cxnLst/>
            <a:rect l="l" t="t" r="r" b="b"/>
            <a:pathLst>
              <a:path w="4874998" h="3299778">
                <a:moveTo>
                  <a:pt x="160369" y="0"/>
                </a:moveTo>
                <a:lnTo>
                  <a:pt x="4874998" y="0"/>
                </a:lnTo>
                <a:lnTo>
                  <a:pt x="4874998" y="3299778"/>
                </a:lnTo>
                <a:lnTo>
                  <a:pt x="0" y="3299778"/>
                </a:lnTo>
                <a:lnTo>
                  <a:pt x="0" y="160369"/>
                </a:lnTo>
                <a:cubicBezTo>
                  <a:pt x="0" y="71800"/>
                  <a:pt x="71800" y="0"/>
                  <a:pt x="160369" y="0"/>
                </a:cubicBezTo>
                <a:close/>
              </a:path>
            </a:pathLst>
          </a:cu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5" name="Afbeelding 4">
            <a:extLst>
              <a:ext uri="{FF2B5EF4-FFF2-40B4-BE49-F238E27FC236}">
                <a16:creationId xmlns:a16="http://schemas.microsoft.com/office/drawing/2014/main" id="{DA2A1F26-6AA6-3475-B93D-2E66A364EFBD}"/>
              </a:ext>
            </a:extLst>
          </p:cNvPr>
          <p:cNvPicPr>
            <a:picLocks noChangeAspect="1"/>
          </p:cNvPicPr>
          <p:nvPr/>
        </p:nvPicPr>
        <p:blipFill>
          <a:blip r:embed="rId6"/>
          <a:srcRect t="5099" r="2" b="44104"/>
          <a:stretch>
            <a:fillRect/>
          </a:stretch>
        </p:blipFill>
        <p:spPr>
          <a:xfrm>
            <a:off x="4494918" y="606425"/>
            <a:ext cx="3200400" cy="3300984"/>
          </a:xfrm>
          <a:prstGeom prst="rect">
            <a:avLst/>
          </a:prstGeom>
          <a:ln w="19050" cap="sq">
            <a:solidFill>
              <a:schemeClr val="tx2">
                <a:lumMod val="60000"/>
                <a:lumOff val="40000"/>
                <a:alpha val="60000"/>
              </a:schemeClr>
            </a:solidFill>
            <a:miter lim="800000"/>
          </a:ln>
          <a:effectLst>
            <a:outerShdw blurRad="88900" dist="38100" dir="5400000" algn="tl" rotWithShape="0">
              <a:prstClr val="black">
                <a:alpha val="40000"/>
              </a:prstClr>
            </a:outerShdw>
          </a:effectLst>
        </p:spPr>
      </p:pic>
      <p:pic>
        <p:nvPicPr>
          <p:cNvPr id="4" name="Picture 6" descr="How cuddly robots could change dementia care | MIT Technology Review">
            <a:extLst>
              <a:ext uri="{FF2B5EF4-FFF2-40B4-BE49-F238E27FC236}">
                <a16:creationId xmlns:a16="http://schemas.microsoft.com/office/drawing/2014/main" id="{4AECF680-E18C-ED27-4703-D66EBDD0252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l="40633" r="5025" b="2"/>
          <a:stretch>
            <a:fillRect/>
          </a:stretch>
        </p:blipFill>
        <p:spPr bwMode="auto">
          <a:xfrm>
            <a:off x="7865886" y="607028"/>
            <a:ext cx="3187880" cy="3299778"/>
          </a:xfrm>
          <a:custGeom>
            <a:avLst/>
            <a:gdLst/>
            <a:ahLst/>
            <a:cxnLst/>
            <a:rect l="l" t="t" r="r" b="b"/>
            <a:pathLst>
              <a:path w="4873629" h="3299778">
                <a:moveTo>
                  <a:pt x="0" y="0"/>
                </a:moveTo>
                <a:lnTo>
                  <a:pt x="4873629" y="0"/>
                </a:lnTo>
                <a:lnTo>
                  <a:pt x="4873629" y="3139409"/>
                </a:lnTo>
                <a:cubicBezTo>
                  <a:pt x="4873629" y="3227978"/>
                  <a:pt x="4801829" y="3299778"/>
                  <a:pt x="4713260" y="3299778"/>
                </a:cubicBezTo>
                <a:lnTo>
                  <a:pt x="0" y="3299778"/>
                </a:lnTo>
                <a:close/>
              </a:path>
            </a:pathLst>
          </a:cu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159" name="Group 158">
            <a:extLst>
              <a:ext uri="{FF2B5EF4-FFF2-40B4-BE49-F238E27FC236}">
                <a16:creationId xmlns:a16="http://schemas.microsoft.com/office/drawing/2014/main" id="{0D82D268-82CE-5ECB-38E1-74C1D507CA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60" name="Freeform 32">
              <a:extLst>
                <a:ext uri="{FF2B5EF4-FFF2-40B4-BE49-F238E27FC236}">
                  <a16:creationId xmlns:a16="http://schemas.microsoft.com/office/drawing/2014/main" id="{C41613B7-A12D-F515-1D4F-BB85E4C64A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1" name="Freeform 33">
              <a:extLst>
                <a:ext uri="{FF2B5EF4-FFF2-40B4-BE49-F238E27FC236}">
                  <a16:creationId xmlns:a16="http://schemas.microsoft.com/office/drawing/2014/main" id="{373A84A9-2D1C-E236-E7E6-6D2E34FADF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2" name="Freeform 34">
              <a:extLst>
                <a:ext uri="{FF2B5EF4-FFF2-40B4-BE49-F238E27FC236}">
                  <a16:creationId xmlns:a16="http://schemas.microsoft.com/office/drawing/2014/main" id="{9F2D858E-BFC3-E80B-71DC-219A324BDA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3" name="Freeform 35">
              <a:extLst>
                <a:ext uri="{FF2B5EF4-FFF2-40B4-BE49-F238E27FC236}">
                  <a16:creationId xmlns:a16="http://schemas.microsoft.com/office/drawing/2014/main" id="{0E6DE2C5-7F8F-2C92-6CB7-0C0A840A98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4" name="Freeform 36">
              <a:extLst>
                <a:ext uri="{FF2B5EF4-FFF2-40B4-BE49-F238E27FC236}">
                  <a16:creationId xmlns:a16="http://schemas.microsoft.com/office/drawing/2014/main" id="{0687A728-CB13-F10B-411B-917BC608C2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5" name="Freeform 37">
              <a:extLst>
                <a:ext uri="{FF2B5EF4-FFF2-40B4-BE49-F238E27FC236}">
                  <a16:creationId xmlns:a16="http://schemas.microsoft.com/office/drawing/2014/main" id="{A05D9DDE-6E32-07F9-3F85-06C95B261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6" name="Freeform 38">
              <a:extLst>
                <a:ext uri="{FF2B5EF4-FFF2-40B4-BE49-F238E27FC236}">
                  <a16:creationId xmlns:a16="http://schemas.microsoft.com/office/drawing/2014/main" id="{44471695-3B20-85D2-5BCE-DF494D06818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7" name="Freeform 39">
              <a:extLst>
                <a:ext uri="{FF2B5EF4-FFF2-40B4-BE49-F238E27FC236}">
                  <a16:creationId xmlns:a16="http://schemas.microsoft.com/office/drawing/2014/main" id="{D94D0D3A-E8CC-BA5B-8734-F8F67F2CF9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8" name="Freeform 40">
              <a:extLst>
                <a:ext uri="{FF2B5EF4-FFF2-40B4-BE49-F238E27FC236}">
                  <a16:creationId xmlns:a16="http://schemas.microsoft.com/office/drawing/2014/main" id="{4A7B1FC4-2896-75C1-7A9C-79EA3FE7F8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9" name="Rectangle 41">
              <a:extLst>
                <a:ext uri="{FF2B5EF4-FFF2-40B4-BE49-F238E27FC236}">
                  <a16:creationId xmlns:a16="http://schemas.microsoft.com/office/drawing/2014/main" id="{BC97050F-1CC7-A3BF-F630-E4E8F786C25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grpSp>
    </p:spTree>
    <p:extLst>
      <p:ext uri="{BB962C8B-B14F-4D97-AF65-F5344CB8AC3E}">
        <p14:creationId xmlns:p14="http://schemas.microsoft.com/office/powerpoint/2010/main" val="2047838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D3B9316A-52C2-70D2-800C-E1C77E0AE9EF}"/>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6C68F39D-867D-4AFF-94C4-C3829AD5C5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9" name="Rectangle 8">
              <a:extLst>
                <a:ext uri="{FF2B5EF4-FFF2-40B4-BE49-F238E27FC236}">
                  <a16:creationId xmlns:a16="http://schemas.microsoft.com/office/drawing/2014/main" id="{8EC3C6AD-76A6-4B9E-9700-E70BCEA5BC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a:extLst>
                <a:ext uri="{FF2B5EF4-FFF2-40B4-BE49-F238E27FC236}">
                  <a16:creationId xmlns:a16="http://schemas.microsoft.com/office/drawing/2014/main" id="{DC213DD1-BF02-41F7-80A7-E6A5694F573C}"/>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3" name="Ondertitel 2">
            <a:extLst>
              <a:ext uri="{FF2B5EF4-FFF2-40B4-BE49-F238E27FC236}">
                <a16:creationId xmlns:a16="http://schemas.microsoft.com/office/drawing/2014/main" id="{2B47AFE9-A00C-8B23-0F50-8DAC133777A2}"/>
              </a:ext>
            </a:extLst>
          </p:cNvPr>
          <p:cNvSpPr>
            <a:spLocks noGrp="1"/>
          </p:cNvSpPr>
          <p:nvPr>
            <p:ph type="subTitle" idx="1"/>
          </p:nvPr>
        </p:nvSpPr>
        <p:spPr>
          <a:xfrm>
            <a:off x="5230896" y="220337"/>
            <a:ext cx="6732504" cy="6375726"/>
          </a:xfrm>
        </p:spPr>
        <p:txBody>
          <a:bodyPr>
            <a:normAutofit fontScale="92500" lnSpcReduction="20000"/>
          </a:bodyPr>
          <a:lstStyle/>
          <a:p>
            <a:pPr>
              <a:lnSpc>
                <a:spcPct val="110000"/>
              </a:lnSpc>
            </a:pPr>
            <a:r>
              <a:rPr lang="nl-NL" sz="2400" u="sng" dirty="0"/>
              <a:t>Techniek</a:t>
            </a:r>
            <a:r>
              <a:rPr lang="nl-NL" sz="2400" dirty="0"/>
              <a:t>: technologische ontwikkelingen AI, robots, trends wearables, smart </a:t>
            </a:r>
            <a:r>
              <a:rPr lang="nl-NL" sz="2400" dirty="0" err="1"/>
              <a:t>city</a:t>
            </a:r>
            <a:r>
              <a:rPr lang="nl-NL" sz="2400" dirty="0"/>
              <a:t>. </a:t>
            </a:r>
          </a:p>
          <a:p>
            <a:pPr>
              <a:lnSpc>
                <a:spcPct val="110000"/>
              </a:lnSpc>
            </a:pPr>
            <a:r>
              <a:rPr lang="nl-NL" sz="2400" u="sng" dirty="0"/>
              <a:t>Feit en hype</a:t>
            </a:r>
            <a:r>
              <a:rPr lang="nl-NL" sz="2400" dirty="0"/>
              <a:t> (wat kan wel, wat </a:t>
            </a:r>
            <a:r>
              <a:rPr lang="nl-NL" sz="2400"/>
              <a:t>niet </a:t>
            </a:r>
          </a:p>
          <a:p>
            <a:pPr>
              <a:lnSpc>
                <a:spcPct val="110000"/>
              </a:lnSpc>
            </a:pPr>
            <a:r>
              <a:rPr lang="nl-NL" sz="2400" u="sng"/>
              <a:t>Mens</a:t>
            </a:r>
            <a:r>
              <a:rPr lang="nl-NL" sz="2400" u="sng" dirty="0"/>
              <a:t>: psychologie waarom innovatie vaak bedreigend is</a:t>
            </a:r>
            <a:r>
              <a:rPr lang="nl-NL" sz="2400" dirty="0"/>
              <a:t>. De assen van weten en niet vertrouwen. De emotie controle verlies, baan kwijt raken, privacy en identiteit</a:t>
            </a:r>
          </a:p>
          <a:p>
            <a:pPr>
              <a:lnSpc>
                <a:spcPct val="110000"/>
              </a:lnSpc>
            </a:pPr>
            <a:r>
              <a:rPr lang="nl-NL" sz="2400" u="sng" dirty="0"/>
              <a:t>Maatschappij:</a:t>
            </a:r>
            <a:r>
              <a:rPr lang="nl-NL" sz="2400" dirty="0"/>
              <a:t> elementen in beweging vanuit historisch perspectief. Samenleving inrichting/opbouw en samen werking. Van jagers/verzamelaars via middeleeuwse steden/gildes, </a:t>
            </a:r>
            <a:r>
              <a:rPr lang="nl-NL" sz="2400" dirty="0" err="1"/>
              <a:t>ind</a:t>
            </a:r>
            <a:r>
              <a:rPr lang="nl-NL" sz="2400" dirty="0"/>
              <a:t> revolutie naar 4</a:t>
            </a:r>
            <a:r>
              <a:rPr lang="nl-NL" sz="2400" baseline="30000" dirty="0"/>
              <a:t>e</a:t>
            </a:r>
            <a:r>
              <a:rPr lang="nl-NL" sz="2400" dirty="0"/>
              <a:t> </a:t>
            </a:r>
            <a:r>
              <a:rPr lang="nl-NL" sz="2400" dirty="0" err="1"/>
              <a:t>industriele</a:t>
            </a:r>
            <a:r>
              <a:rPr lang="nl-NL" sz="2400" dirty="0"/>
              <a:t> revolutie; </a:t>
            </a:r>
            <a:r>
              <a:rPr lang="nl-NL" sz="2400" dirty="0" err="1"/>
              <a:t>disruptive</a:t>
            </a:r>
            <a:r>
              <a:rPr lang="nl-NL" sz="2400" dirty="0"/>
              <a:t>, globaal wegvallen van </a:t>
            </a:r>
            <a:r>
              <a:rPr lang="nl-NL" sz="2400" dirty="0" err="1"/>
              <a:t>community’s</a:t>
            </a:r>
            <a:r>
              <a:rPr lang="nl-NL" sz="2400" dirty="0"/>
              <a:t> communicatie steeds meer “digitaal” </a:t>
            </a:r>
            <a:r>
              <a:rPr lang="nl-NL" sz="2400" dirty="0" err="1"/>
              <a:t>augmented</a:t>
            </a:r>
            <a:r>
              <a:rPr lang="nl-NL" sz="2400" dirty="0"/>
              <a:t> </a:t>
            </a:r>
            <a:r>
              <a:rPr lang="nl-NL" sz="2400" dirty="0" err="1"/>
              <a:t>reality</a:t>
            </a:r>
            <a:r>
              <a:rPr lang="nl-NL" sz="2400" dirty="0"/>
              <a:t>. Inweven de piraat “ontdekkingsreiziger, buiten de begaande paden, stoer, durven maar ook gevaar. Of de geuzen Zoetermeer. 0</a:t>
            </a:r>
          </a:p>
          <a:p>
            <a:pPr>
              <a:lnSpc>
                <a:spcPct val="110000"/>
              </a:lnSpc>
            </a:pPr>
            <a:endParaRPr lang="nl-NL" sz="2400" dirty="0"/>
          </a:p>
          <a:p>
            <a:pPr>
              <a:lnSpc>
                <a:spcPct val="110000"/>
              </a:lnSpc>
            </a:pPr>
            <a:endParaRPr lang="nl-NL" sz="2400" dirty="0"/>
          </a:p>
          <a:p>
            <a:pPr>
              <a:lnSpc>
                <a:spcPct val="110000"/>
              </a:lnSpc>
            </a:pPr>
            <a:endParaRPr lang="nl-NL" sz="2400" dirty="0"/>
          </a:p>
          <a:p>
            <a:pPr>
              <a:lnSpc>
                <a:spcPct val="110000"/>
              </a:lnSpc>
            </a:pPr>
            <a:endParaRPr lang="nl-NL" sz="2400" dirty="0"/>
          </a:p>
          <a:p>
            <a:pPr>
              <a:lnSpc>
                <a:spcPct val="110000"/>
              </a:lnSpc>
            </a:pPr>
            <a:endParaRPr lang="nl-NL" sz="500" dirty="0"/>
          </a:p>
        </p:txBody>
      </p:sp>
      <p:pic>
        <p:nvPicPr>
          <p:cNvPr id="2" name="Afbeelding 1">
            <a:extLst>
              <a:ext uri="{FF2B5EF4-FFF2-40B4-BE49-F238E27FC236}">
                <a16:creationId xmlns:a16="http://schemas.microsoft.com/office/drawing/2014/main" id="{11B29D6F-7194-8DE6-0874-62A2DC2BAC8A}"/>
              </a:ext>
            </a:extLst>
          </p:cNvPr>
          <p:cNvPicPr>
            <a:picLocks noChangeAspect="1"/>
          </p:cNvPicPr>
          <p:nvPr/>
        </p:nvPicPr>
        <p:blipFill>
          <a:blip r:embed="rId5"/>
          <a:srcRect l="597"/>
          <a:stretch>
            <a:fillRect/>
          </a:stretch>
        </p:blipFill>
        <p:spPr>
          <a:xfrm>
            <a:off x="-5597" y="10"/>
            <a:ext cx="4635583" cy="6857990"/>
          </a:xfrm>
          <a:prstGeom prst="rect">
            <a:avLst/>
          </a:prstGeom>
        </p:spPr>
      </p:pic>
      <p:grpSp>
        <p:nvGrpSpPr>
          <p:cNvPr id="12" name="Group 11">
            <a:extLst>
              <a:ext uri="{FF2B5EF4-FFF2-40B4-BE49-F238E27FC236}">
                <a16:creationId xmlns:a16="http://schemas.microsoft.com/office/drawing/2014/main" id="{4466CCD0-FEF9-460D-9FB6-11613A492B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3" name="Rectangle 5">
              <a:extLst>
                <a:ext uri="{FF2B5EF4-FFF2-40B4-BE49-F238E27FC236}">
                  <a16:creationId xmlns:a16="http://schemas.microsoft.com/office/drawing/2014/main" id="{F642B7E9-F9AF-4BC0-B586-E7B0E8E8781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nl-NL"/>
            </a:p>
          </p:txBody>
        </p:sp>
        <p:sp>
          <p:nvSpPr>
            <p:cNvPr id="14" name="Freeform 6">
              <a:extLst>
                <a:ext uri="{FF2B5EF4-FFF2-40B4-BE49-F238E27FC236}">
                  <a16:creationId xmlns:a16="http://schemas.microsoft.com/office/drawing/2014/main" id="{16CE5EA6-3C76-4E5C-9257-D6A61A31C5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15" name="Freeform 7">
              <a:extLst>
                <a:ext uri="{FF2B5EF4-FFF2-40B4-BE49-F238E27FC236}">
                  <a16:creationId xmlns:a16="http://schemas.microsoft.com/office/drawing/2014/main" id="{DD7BCC42-B325-4F92-B500-14A2933DA3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16" name="Rectangle 8">
              <a:extLst>
                <a:ext uri="{FF2B5EF4-FFF2-40B4-BE49-F238E27FC236}">
                  <a16:creationId xmlns:a16="http://schemas.microsoft.com/office/drawing/2014/main" id="{197BF445-29BA-4C54-A1B4-A4390F02250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nl-NL"/>
            </a:p>
          </p:txBody>
        </p:sp>
        <p:sp>
          <p:nvSpPr>
            <p:cNvPr id="17" name="Freeform 9">
              <a:extLst>
                <a:ext uri="{FF2B5EF4-FFF2-40B4-BE49-F238E27FC236}">
                  <a16:creationId xmlns:a16="http://schemas.microsoft.com/office/drawing/2014/main" id="{B10C1630-E8C0-489C-8FFB-C9BBAEDE7A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18" name="Freeform 10">
              <a:extLst>
                <a:ext uri="{FF2B5EF4-FFF2-40B4-BE49-F238E27FC236}">
                  <a16:creationId xmlns:a16="http://schemas.microsoft.com/office/drawing/2014/main" id="{B8778BE5-6D1F-4629-A045-8A87E2C756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19" name="Freeform 11">
              <a:extLst>
                <a:ext uri="{FF2B5EF4-FFF2-40B4-BE49-F238E27FC236}">
                  <a16:creationId xmlns:a16="http://schemas.microsoft.com/office/drawing/2014/main" id="{A7885ADB-F1C4-4FF3-93CD-7C9337E87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0" name="Freeform 12">
              <a:extLst>
                <a:ext uri="{FF2B5EF4-FFF2-40B4-BE49-F238E27FC236}">
                  <a16:creationId xmlns:a16="http://schemas.microsoft.com/office/drawing/2014/main" id="{59FC4F71-6E39-414E-9F39-CE1479FF81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1" name="Freeform 13">
              <a:extLst>
                <a:ext uri="{FF2B5EF4-FFF2-40B4-BE49-F238E27FC236}">
                  <a16:creationId xmlns:a16="http://schemas.microsoft.com/office/drawing/2014/main" id="{3FC9614F-1D2C-4CAC-8CE9-32DC7D8636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2" name="Freeform 14">
              <a:extLst>
                <a:ext uri="{FF2B5EF4-FFF2-40B4-BE49-F238E27FC236}">
                  <a16:creationId xmlns:a16="http://schemas.microsoft.com/office/drawing/2014/main" id="{2A872F50-76EA-4A5B-AA68-3CE2E26738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3" name="Freeform 15">
              <a:extLst>
                <a:ext uri="{FF2B5EF4-FFF2-40B4-BE49-F238E27FC236}">
                  <a16:creationId xmlns:a16="http://schemas.microsoft.com/office/drawing/2014/main" id="{CE389546-6A1F-4203-ACD1-BC17DDBFB0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4" name="Freeform 16">
              <a:extLst>
                <a:ext uri="{FF2B5EF4-FFF2-40B4-BE49-F238E27FC236}">
                  <a16:creationId xmlns:a16="http://schemas.microsoft.com/office/drawing/2014/main" id="{1BA89DC9-FE9A-4228-A4BE-D3A37F8656E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5" name="Freeform 17">
              <a:extLst>
                <a:ext uri="{FF2B5EF4-FFF2-40B4-BE49-F238E27FC236}">
                  <a16:creationId xmlns:a16="http://schemas.microsoft.com/office/drawing/2014/main" id="{FA3E79A5-9B81-48B5-B96F-8D55B02FD5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6" name="Freeform 18">
              <a:extLst>
                <a:ext uri="{FF2B5EF4-FFF2-40B4-BE49-F238E27FC236}">
                  <a16:creationId xmlns:a16="http://schemas.microsoft.com/office/drawing/2014/main" id="{A76D4D27-C537-45E4-96DE-C5FD2C9A370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7" name="Freeform 19">
              <a:extLst>
                <a:ext uri="{FF2B5EF4-FFF2-40B4-BE49-F238E27FC236}">
                  <a16:creationId xmlns:a16="http://schemas.microsoft.com/office/drawing/2014/main" id="{C1B158DD-2DCB-42FF-B1FE-3C947FEF02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8" name="Freeform 20">
              <a:extLst>
                <a:ext uri="{FF2B5EF4-FFF2-40B4-BE49-F238E27FC236}">
                  <a16:creationId xmlns:a16="http://schemas.microsoft.com/office/drawing/2014/main" id="{3307DC3E-0C6E-4E70-AFA2-96538CE3CD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29" name="Freeform 21">
              <a:extLst>
                <a:ext uri="{FF2B5EF4-FFF2-40B4-BE49-F238E27FC236}">
                  <a16:creationId xmlns:a16="http://schemas.microsoft.com/office/drawing/2014/main" id="{53A9F721-7EE3-4844-BB91-0B995BAC159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0" name="Freeform 22">
              <a:extLst>
                <a:ext uri="{FF2B5EF4-FFF2-40B4-BE49-F238E27FC236}">
                  <a16:creationId xmlns:a16="http://schemas.microsoft.com/office/drawing/2014/main" id="{8F057800-5B8F-4775-805B-89727A78A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1" name="Freeform 23">
              <a:extLst>
                <a:ext uri="{FF2B5EF4-FFF2-40B4-BE49-F238E27FC236}">
                  <a16:creationId xmlns:a16="http://schemas.microsoft.com/office/drawing/2014/main" id="{FC6DF692-3394-4FDD-92BA-CA0C41EBC3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2" name="Freeform 24">
              <a:extLst>
                <a:ext uri="{FF2B5EF4-FFF2-40B4-BE49-F238E27FC236}">
                  <a16:creationId xmlns:a16="http://schemas.microsoft.com/office/drawing/2014/main" id="{B825CD97-262B-4A33-B1E5-55F0D81F40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3" name="Freeform 25">
              <a:extLst>
                <a:ext uri="{FF2B5EF4-FFF2-40B4-BE49-F238E27FC236}">
                  <a16:creationId xmlns:a16="http://schemas.microsoft.com/office/drawing/2014/main" id="{F00EA2FE-C735-4E1E-B9DC-636C49061F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4" name="Freeform 26">
              <a:extLst>
                <a:ext uri="{FF2B5EF4-FFF2-40B4-BE49-F238E27FC236}">
                  <a16:creationId xmlns:a16="http://schemas.microsoft.com/office/drawing/2014/main" id="{95B50260-0DDF-4260-8DC1-D504B0643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5" name="Freeform 27">
              <a:extLst>
                <a:ext uri="{FF2B5EF4-FFF2-40B4-BE49-F238E27FC236}">
                  <a16:creationId xmlns:a16="http://schemas.microsoft.com/office/drawing/2014/main" id="{BBB491EB-35C1-4159-94B2-A367ADC134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6" name="Freeform 28">
              <a:extLst>
                <a:ext uri="{FF2B5EF4-FFF2-40B4-BE49-F238E27FC236}">
                  <a16:creationId xmlns:a16="http://schemas.microsoft.com/office/drawing/2014/main" id="{7EAA4E1C-EC83-44E0-A4AB-4B0F509A8C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7" name="Freeform 29">
              <a:extLst>
                <a:ext uri="{FF2B5EF4-FFF2-40B4-BE49-F238E27FC236}">
                  <a16:creationId xmlns:a16="http://schemas.microsoft.com/office/drawing/2014/main" id="{BE561717-C43F-46C1-BBCE-C830DE4A1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8" name="Freeform 30">
              <a:extLst>
                <a:ext uri="{FF2B5EF4-FFF2-40B4-BE49-F238E27FC236}">
                  <a16:creationId xmlns:a16="http://schemas.microsoft.com/office/drawing/2014/main" id="{CC840BC4-F1CE-4A1B-A1DE-BB922689E2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39" name="Freeform 31">
              <a:extLst>
                <a:ext uri="{FF2B5EF4-FFF2-40B4-BE49-F238E27FC236}">
                  <a16:creationId xmlns:a16="http://schemas.microsoft.com/office/drawing/2014/main" id="{03B586C7-6126-46E0-9BEF-522798686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40" name="Freeform 32">
              <a:extLst>
                <a:ext uri="{FF2B5EF4-FFF2-40B4-BE49-F238E27FC236}">
                  <a16:creationId xmlns:a16="http://schemas.microsoft.com/office/drawing/2014/main" id="{45C5C565-0EB6-4E0C-9752-84084CDBB8B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41" name="Rectangle 33">
              <a:extLst>
                <a:ext uri="{FF2B5EF4-FFF2-40B4-BE49-F238E27FC236}">
                  <a16:creationId xmlns:a16="http://schemas.microsoft.com/office/drawing/2014/main" id="{5CABC7BF-500C-4275-9EAA-9563EF43C62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nl-NL"/>
            </a:p>
          </p:txBody>
        </p:sp>
        <p:sp>
          <p:nvSpPr>
            <p:cNvPr id="42" name="Freeform 34">
              <a:extLst>
                <a:ext uri="{FF2B5EF4-FFF2-40B4-BE49-F238E27FC236}">
                  <a16:creationId xmlns:a16="http://schemas.microsoft.com/office/drawing/2014/main" id="{C7AA982B-BB49-4311-A724-81AAF8ABC3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43" name="Freeform 35">
              <a:extLst>
                <a:ext uri="{FF2B5EF4-FFF2-40B4-BE49-F238E27FC236}">
                  <a16:creationId xmlns:a16="http://schemas.microsoft.com/office/drawing/2014/main" id="{89D49DD1-C07D-4ADD-BD4A-D6AA72575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44" name="Freeform 36">
              <a:extLst>
                <a:ext uri="{FF2B5EF4-FFF2-40B4-BE49-F238E27FC236}">
                  <a16:creationId xmlns:a16="http://schemas.microsoft.com/office/drawing/2014/main" id="{4359B9DB-1A95-4934-A839-A76774D79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45" name="Freeform 37">
              <a:extLst>
                <a:ext uri="{FF2B5EF4-FFF2-40B4-BE49-F238E27FC236}">
                  <a16:creationId xmlns:a16="http://schemas.microsoft.com/office/drawing/2014/main" id="{2B7EEF08-F28B-48E9-BA1D-E61AC62013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46" name="Freeform 38">
              <a:extLst>
                <a:ext uri="{FF2B5EF4-FFF2-40B4-BE49-F238E27FC236}">
                  <a16:creationId xmlns:a16="http://schemas.microsoft.com/office/drawing/2014/main" id="{E846B9B0-7D1C-4E1B-9256-7F25E8E887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47" name="Freeform 39">
              <a:extLst>
                <a:ext uri="{FF2B5EF4-FFF2-40B4-BE49-F238E27FC236}">
                  <a16:creationId xmlns:a16="http://schemas.microsoft.com/office/drawing/2014/main" id="{E31B0CE6-7913-4D1C-AC18-2ED44DF92F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48" name="Freeform 40">
              <a:extLst>
                <a:ext uri="{FF2B5EF4-FFF2-40B4-BE49-F238E27FC236}">
                  <a16:creationId xmlns:a16="http://schemas.microsoft.com/office/drawing/2014/main" id="{0F3517CE-D006-4218-9BB0-65269371EF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49" name="Freeform 41">
              <a:extLst>
                <a:ext uri="{FF2B5EF4-FFF2-40B4-BE49-F238E27FC236}">
                  <a16:creationId xmlns:a16="http://schemas.microsoft.com/office/drawing/2014/main" id="{DE7DB798-CAAE-42A3-BDFE-D6AD0E0DA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50" name="Freeform 42">
              <a:extLst>
                <a:ext uri="{FF2B5EF4-FFF2-40B4-BE49-F238E27FC236}">
                  <a16:creationId xmlns:a16="http://schemas.microsoft.com/office/drawing/2014/main" id="{07A53F87-B4E0-4C4E-B913-D336D8993D6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51" name="Freeform 43">
              <a:extLst>
                <a:ext uri="{FF2B5EF4-FFF2-40B4-BE49-F238E27FC236}">
                  <a16:creationId xmlns:a16="http://schemas.microsoft.com/office/drawing/2014/main" id="{587D3AD0-B188-4D2E-A497-5180C1F22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52" name="Freeform 44">
              <a:extLst>
                <a:ext uri="{FF2B5EF4-FFF2-40B4-BE49-F238E27FC236}">
                  <a16:creationId xmlns:a16="http://schemas.microsoft.com/office/drawing/2014/main" id="{E8B4429B-56DB-4ED5-8296-1C4EB6AE04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53" name="Rectangle 45">
              <a:extLst>
                <a:ext uri="{FF2B5EF4-FFF2-40B4-BE49-F238E27FC236}">
                  <a16:creationId xmlns:a16="http://schemas.microsoft.com/office/drawing/2014/main" id="{ABBE178E-641F-4008-8760-5134D226AA4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nl-NL"/>
            </a:p>
          </p:txBody>
        </p:sp>
        <p:sp>
          <p:nvSpPr>
            <p:cNvPr id="54" name="Freeform 46">
              <a:extLst>
                <a:ext uri="{FF2B5EF4-FFF2-40B4-BE49-F238E27FC236}">
                  <a16:creationId xmlns:a16="http://schemas.microsoft.com/office/drawing/2014/main" id="{BB7A09DD-4AE2-4235-BCBA-B52CB79867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55" name="Freeform 47">
              <a:extLst>
                <a:ext uri="{FF2B5EF4-FFF2-40B4-BE49-F238E27FC236}">
                  <a16:creationId xmlns:a16="http://schemas.microsoft.com/office/drawing/2014/main" id="{64DBEF94-3525-4008-AD35-D566A238B9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56" name="Freeform 48">
              <a:extLst>
                <a:ext uri="{FF2B5EF4-FFF2-40B4-BE49-F238E27FC236}">
                  <a16:creationId xmlns:a16="http://schemas.microsoft.com/office/drawing/2014/main" id="{1C0CEBA3-32C8-4D37-BBD0-8863B008E2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57" name="Freeform 49">
              <a:extLst>
                <a:ext uri="{FF2B5EF4-FFF2-40B4-BE49-F238E27FC236}">
                  <a16:creationId xmlns:a16="http://schemas.microsoft.com/office/drawing/2014/main" id="{D12DBC8B-AE05-43C6-BF30-3F9CDADE9B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58" name="Freeform 50">
              <a:extLst>
                <a:ext uri="{FF2B5EF4-FFF2-40B4-BE49-F238E27FC236}">
                  <a16:creationId xmlns:a16="http://schemas.microsoft.com/office/drawing/2014/main" id="{47D642DC-B097-481B-8F32-671DE6AB565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59" name="Freeform 51">
              <a:extLst>
                <a:ext uri="{FF2B5EF4-FFF2-40B4-BE49-F238E27FC236}">
                  <a16:creationId xmlns:a16="http://schemas.microsoft.com/office/drawing/2014/main" id="{0D7CD8F4-0787-4106-9E76-FF0AFA0ACE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60" name="Freeform 52">
              <a:extLst>
                <a:ext uri="{FF2B5EF4-FFF2-40B4-BE49-F238E27FC236}">
                  <a16:creationId xmlns:a16="http://schemas.microsoft.com/office/drawing/2014/main" id="{3ED06726-52C5-468C-BEA2-0194993F8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61" name="Freeform 53">
              <a:extLst>
                <a:ext uri="{FF2B5EF4-FFF2-40B4-BE49-F238E27FC236}">
                  <a16:creationId xmlns:a16="http://schemas.microsoft.com/office/drawing/2014/main" id="{1541CE8F-816C-4189-8522-7AAA7EABD8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62" name="Freeform 54">
              <a:extLst>
                <a:ext uri="{FF2B5EF4-FFF2-40B4-BE49-F238E27FC236}">
                  <a16:creationId xmlns:a16="http://schemas.microsoft.com/office/drawing/2014/main" id="{3D0F8D98-15AC-458C-B872-777F4BBF3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63" name="Freeform 55">
              <a:extLst>
                <a:ext uri="{FF2B5EF4-FFF2-40B4-BE49-F238E27FC236}">
                  <a16:creationId xmlns:a16="http://schemas.microsoft.com/office/drawing/2014/main" id="{C9DE1ACE-C20F-4504-B0A1-5A37CA0D1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64" name="Freeform 56">
              <a:extLst>
                <a:ext uri="{FF2B5EF4-FFF2-40B4-BE49-F238E27FC236}">
                  <a16:creationId xmlns:a16="http://schemas.microsoft.com/office/drawing/2014/main" id="{E4BDEE62-868F-49A1-B97A-DE8EDC86F9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65" name="Freeform 57">
              <a:extLst>
                <a:ext uri="{FF2B5EF4-FFF2-40B4-BE49-F238E27FC236}">
                  <a16:creationId xmlns:a16="http://schemas.microsoft.com/office/drawing/2014/main" id="{B71AB3E3-099B-47DC-AD0D-215F18FD3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66" name="Freeform 58">
              <a:extLst>
                <a:ext uri="{FF2B5EF4-FFF2-40B4-BE49-F238E27FC236}">
                  <a16:creationId xmlns:a16="http://schemas.microsoft.com/office/drawing/2014/main" id="{7D4B7844-C6A2-45AA-9147-C1CEC0CB83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grpSp>
      <p:grpSp>
        <p:nvGrpSpPr>
          <p:cNvPr id="68" name="Group 67">
            <a:extLst>
              <a:ext uri="{FF2B5EF4-FFF2-40B4-BE49-F238E27FC236}">
                <a16:creationId xmlns:a16="http://schemas.microsoft.com/office/drawing/2014/main" id="{176E1971-1C4C-46C8-A821-637664280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69" name="Freeform 32">
              <a:extLst>
                <a:ext uri="{FF2B5EF4-FFF2-40B4-BE49-F238E27FC236}">
                  <a16:creationId xmlns:a16="http://schemas.microsoft.com/office/drawing/2014/main" id="{35FAC14F-8CA0-40F3-ADE4-31DBF8BD7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70" name="Freeform 33">
              <a:extLst>
                <a:ext uri="{FF2B5EF4-FFF2-40B4-BE49-F238E27FC236}">
                  <a16:creationId xmlns:a16="http://schemas.microsoft.com/office/drawing/2014/main" id="{778F8CB9-0C96-4B66-B943-C5BF1A1B5D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71" name="Freeform 34">
              <a:extLst>
                <a:ext uri="{FF2B5EF4-FFF2-40B4-BE49-F238E27FC236}">
                  <a16:creationId xmlns:a16="http://schemas.microsoft.com/office/drawing/2014/main" id="{DB1C8E93-74F9-42A0-B326-E06DC9C584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72" name="Freeform 35">
              <a:extLst>
                <a:ext uri="{FF2B5EF4-FFF2-40B4-BE49-F238E27FC236}">
                  <a16:creationId xmlns:a16="http://schemas.microsoft.com/office/drawing/2014/main" id="{EC6EA429-8E16-49E0-82D7-5846CDA76C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73" name="Freeform 36">
              <a:extLst>
                <a:ext uri="{FF2B5EF4-FFF2-40B4-BE49-F238E27FC236}">
                  <a16:creationId xmlns:a16="http://schemas.microsoft.com/office/drawing/2014/main" id="{8F64C508-2357-44C9-93D8-FC81B85AE2B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74" name="Freeform 37">
              <a:extLst>
                <a:ext uri="{FF2B5EF4-FFF2-40B4-BE49-F238E27FC236}">
                  <a16:creationId xmlns:a16="http://schemas.microsoft.com/office/drawing/2014/main" id="{82F6F3F7-8F51-41B4-AC2B-699593A1F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75" name="Freeform 38">
              <a:extLst>
                <a:ext uri="{FF2B5EF4-FFF2-40B4-BE49-F238E27FC236}">
                  <a16:creationId xmlns:a16="http://schemas.microsoft.com/office/drawing/2014/main" id="{6F2FC65A-DA31-4602-B324-E53F76BD93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76" name="Freeform 39">
              <a:extLst>
                <a:ext uri="{FF2B5EF4-FFF2-40B4-BE49-F238E27FC236}">
                  <a16:creationId xmlns:a16="http://schemas.microsoft.com/office/drawing/2014/main" id="{0E9B7CF9-E3CC-495E-A513-A8A1C2422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77" name="Freeform 40">
              <a:extLst>
                <a:ext uri="{FF2B5EF4-FFF2-40B4-BE49-F238E27FC236}">
                  <a16:creationId xmlns:a16="http://schemas.microsoft.com/office/drawing/2014/main" id="{35C09477-23EA-4E6A-A8C2-5B447B25E9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nl-NL"/>
            </a:p>
          </p:txBody>
        </p:sp>
        <p:sp>
          <p:nvSpPr>
            <p:cNvPr id="78" name="Rectangle 41">
              <a:extLst>
                <a:ext uri="{FF2B5EF4-FFF2-40B4-BE49-F238E27FC236}">
                  <a16:creationId xmlns:a16="http://schemas.microsoft.com/office/drawing/2014/main" id="{80A5D070-0FE6-4F72-8077-E259B2D35AE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nl-NL"/>
            </a:p>
          </p:txBody>
        </p:sp>
      </p:grpSp>
    </p:spTree>
    <p:extLst>
      <p:ext uri="{BB962C8B-B14F-4D97-AF65-F5344CB8AC3E}">
        <p14:creationId xmlns:p14="http://schemas.microsoft.com/office/powerpoint/2010/main" val="371183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3CE1D1D4-DEFD-4D0C-E4F9-FF84C13A435F}"/>
            </a:ext>
          </a:extLst>
        </p:cNvPr>
        <p:cNvGrpSpPr/>
        <p:nvPr/>
      </p:nvGrpSpPr>
      <p:grpSpPr>
        <a:xfrm>
          <a:off x="0" y="0"/>
          <a:ext cx="0" cy="0"/>
          <a:chOff x="0" y="0"/>
          <a:chExt cx="0" cy="0"/>
        </a:xfrm>
      </p:grpSpPr>
      <p:grpSp>
        <p:nvGrpSpPr>
          <p:cNvPr id="174" name="Group 173">
            <a:extLst>
              <a:ext uri="{FF2B5EF4-FFF2-40B4-BE49-F238E27FC236}">
                <a16:creationId xmlns:a16="http://schemas.microsoft.com/office/drawing/2014/main" id="{3855669C-30F9-44C6-8C38-69901ACDD7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75" name="Rectangle 174">
              <a:extLst>
                <a:ext uri="{FF2B5EF4-FFF2-40B4-BE49-F238E27FC236}">
                  <a16:creationId xmlns:a16="http://schemas.microsoft.com/office/drawing/2014/main" id="{F2DF35B2-2D2B-4E01-8A96-E6D85EE1B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6" name="Picture 2">
              <a:extLst>
                <a:ext uri="{FF2B5EF4-FFF2-40B4-BE49-F238E27FC236}">
                  <a16:creationId xmlns:a16="http://schemas.microsoft.com/office/drawing/2014/main" id="{6E93389E-F919-4F2E-BDAF-068D6C7CCC6C}"/>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sp>
        <p:nvSpPr>
          <p:cNvPr id="3" name="Ondertitel 2">
            <a:extLst>
              <a:ext uri="{FF2B5EF4-FFF2-40B4-BE49-F238E27FC236}">
                <a16:creationId xmlns:a16="http://schemas.microsoft.com/office/drawing/2014/main" id="{7F9EA0CF-2432-FA3F-B78B-FF9296280D5A}"/>
              </a:ext>
            </a:extLst>
          </p:cNvPr>
          <p:cNvSpPr>
            <a:spLocks noGrp="1"/>
          </p:cNvSpPr>
          <p:nvPr>
            <p:ph type="subTitle" idx="1"/>
          </p:nvPr>
        </p:nvSpPr>
        <p:spPr>
          <a:xfrm>
            <a:off x="1143001" y="5244572"/>
            <a:ext cx="8830732" cy="690562"/>
          </a:xfrm>
        </p:spPr>
        <p:txBody>
          <a:bodyPr anchor="t">
            <a:normAutofit/>
          </a:bodyPr>
          <a:lstStyle/>
          <a:p>
            <a:endParaRPr lang="nl-NL"/>
          </a:p>
          <a:p>
            <a:endParaRPr lang="nl-NL"/>
          </a:p>
          <a:p>
            <a:endParaRPr lang="nl-NL"/>
          </a:p>
          <a:p>
            <a:endParaRPr lang="nl-NL"/>
          </a:p>
        </p:txBody>
      </p:sp>
      <p:grpSp>
        <p:nvGrpSpPr>
          <p:cNvPr id="178" name="Group 177">
            <a:extLst>
              <a:ext uri="{FF2B5EF4-FFF2-40B4-BE49-F238E27FC236}">
                <a16:creationId xmlns:a16="http://schemas.microsoft.com/office/drawing/2014/main" id="{3E9125AD-1669-4F38-9916-85149AC96A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79" name="Rectangle 5">
              <a:extLst>
                <a:ext uri="{FF2B5EF4-FFF2-40B4-BE49-F238E27FC236}">
                  <a16:creationId xmlns:a16="http://schemas.microsoft.com/office/drawing/2014/main" id="{06DD5C72-3AE2-4743-999F-69E84F74D0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180" name="Freeform 6">
              <a:extLst>
                <a:ext uri="{FF2B5EF4-FFF2-40B4-BE49-F238E27FC236}">
                  <a16:creationId xmlns:a16="http://schemas.microsoft.com/office/drawing/2014/main" id="{B6A149F2-B4A1-4692-B280-BA9B7760AB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1" name="Freeform 7">
              <a:extLst>
                <a:ext uri="{FF2B5EF4-FFF2-40B4-BE49-F238E27FC236}">
                  <a16:creationId xmlns:a16="http://schemas.microsoft.com/office/drawing/2014/main" id="{8D5F95FD-80E7-4AFA-A164-75C7C42EDF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2" name="Freeform 8">
              <a:extLst>
                <a:ext uri="{FF2B5EF4-FFF2-40B4-BE49-F238E27FC236}">
                  <a16:creationId xmlns:a16="http://schemas.microsoft.com/office/drawing/2014/main" id="{71530B0A-A524-468E-8402-C2173F7AB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3" name="Freeform 9">
              <a:extLst>
                <a:ext uri="{FF2B5EF4-FFF2-40B4-BE49-F238E27FC236}">
                  <a16:creationId xmlns:a16="http://schemas.microsoft.com/office/drawing/2014/main" id="{25AAF7EC-D483-4CE0-991E-4E71C1ECC8A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4" name="Freeform 10">
              <a:extLst>
                <a:ext uri="{FF2B5EF4-FFF2-40B4-BE49-F238E27FC236}">
                  <a16:creationId xmlns:a16="http://schemas.microsoft.com/office/drawing/2014/main" id="{8BA39070-B1F7-4858-855D-1167F07A0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5" name="Freeform 11">
              <a:extLst>
                <a:ext uri="{FF2B5EF4-FFF2-40B4-BE49-F238E27FC236}">
                  <a16:creationId xmlns:a16="http://schemas.microsoft.com/office/drawing/2014/main" id="{925CFC33-DE5F-4D5F-8D72-1E1EC25524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6" name="Freeform 12">
              <a:extLst>
                <a:ext uri="{FF2B5EF4-FFF2-40B4-BE49-F238E27FC236}">
                  <a16:creationId xmlns:a16="http://schemas.microsoft.com/office/drawing/2014/main" id="{BF95A65B-84F4-45D4-9B78-ADAB2157537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7" name="Freeform 13">
              <a:extLst>
                <a:ext uri="{FF2B5EF4-FFF2-40B4-BE49-F238E27FC236}">
                  <a16:creationId xmlns:a16="http://schemas.microsoft.com/office/drawing/2014/main" id="{A065030B-1999-4B5D-8D35-9F4E0E6519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8" name="Freeform 14">
              <a:extLst>
                <a:ext uri="{FF2B5EF4-FFF2-40B4-BE49-F238E27FC236}">
                  <a16:creationId xmlns:a16="http://schemas.microsoft.com/office/drawing/2014/main" id="{D339A627-F320-43C6-B5CB-6971F6C67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89" name="Freeform 15">
              <a:extLst>
                <a:ext uri="{FF2B5EF4-FFF2-40B4-BE49-F238E27FC236}">
                  <a16:creationId xmlns:a16="http://schemas.microsoft.com/office/drawing/2014/main" id="{AB0FBCE5-1056-40C7-A8B8-0F393A2BBF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0" name="Line 16">
              <a:extLst>
                <a:ext uri="{FF2B5EF4-FFF2-40B4-BE49-F238E27FC236}">
                  <a16:creationId xmlns:a16="http://schemas.microsoft.com/office/drawing/2014/main" id="{C00C2360-88F0-4E91-8227-B3D2B1952566}"/>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nl-NL"/>
            </a:p>
          </p:txBody>
        </p:sp>
        <p:sp>
          <p:nvSpPr>
            <p:cNvPr id="191" name="Freeform 17">
              <a:extLst>
                <a:ext uri="{FF2B5EF4-FFF2-40B4-BE49-F238E27FC236}">
                  <a16:creationId xmlns:a16="http://schemas.microsoft.com/office/drawing/2014/main" id="{41A18235-E516-41F0-81DB-FD34759D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2" name="Freeform 18">
              <a:extLst>
                <a:ext uri="{FF2B5EF4-FFF2-40B4-BE49-F238E27FC236}">
                  <a16:creationId xmlns:a16="http://schemas.microsoft.com/office/drawing/2014/main" id="{E420FE5B-BAD8-4534-8191-807D0C805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3" name="Freeform 19">
              <a:extLst>
                <a:ext uri="{FF2B5EF4-FFF2-40B4-BE49-F238E27FC236}">
                  <a16:creationId xmlns:a16="http://schemas.microsoft.com/office/drawing/2014/main" id="{EDD1FA87-A2D2-4E9D-BC94-1B81DD285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4" name="Freeform 20">
              <a:extLst>
                <a:ext uri="{FF2B5EF4-FFF2-40B4-BE49-F238E27FC236}">
                  <a16:creationId xmlns:a16="http://schemas.microsoft.com/office/drawing/2014/main" id="{DBD4A60D-E6A5-420C-812B-ABC6D375A3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5" name="Rectangle 21">
              <a:extLst>
                <a:ext uri="{FF2B5EF4-FFF2-40B4-BE49-F238E27FC236}">
                  <a16:creationId xmlns:a16="http://schemas.microsoft.com/office/drawing/2014/main" id="{D724257B-DDCF-4986-86D2-361958CEEC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sp>
          <p:nvSpPr>
            <p:cNvPr id="196" name="Freeform 22">
              <a:extLst>
                <a:ext uri="{FF2B5EF4-FFF2-40B4-BE49-F238E27FC236}">
                  <a16:creationId xmlns:a16="http://schemas.microsoft.com/office/drawing/2014/main" id="{8407366A-F201-4F46-8C7D-11509D3C6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7" name="Freeform 23">
              <a:extLst>
                <a:ext uri="{FF2B5EF4-FFF2-40B4-BE49-F238E27FC236}">
                  <a16:creationId xmlns:a16="http://schemas.microsoft.com/office/drawing/2014/main" id="{2DD37FB6-1C62-42F4-BB69-795147C779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8" name="Freeform 24">
              <a:extLst>
                <a:ext uri="{FF2B5EF4-FFF2-40B4-BE49-F238E27FC236}">
                  <a16:creationId xmlns:a16="http://schemas.microsoft.com/office/drawing/2014/main" id="{AFF4F82B-F46E-4F79-8418-84431006D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199" name="Freeform 25">
              <a:extLst>
                <a:ext uri="{FF2B5EF4-FFF2-40B4-BE49-F238E27FC236}">
                  <a16:creationId xmlns:a16="http://schemas.microsoft.com/office/drawing/2014/main" id="{CC3CD893-2054-44A3-A0B9-3B57752C7E5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0" name="Freeform 26">
              <a:extLst>
                <a:ext uri="{FF2B5EF4-FFF2-40B4-BE49-F238E27FC236}">
                  <a16:creationId xmlns:a16="http://schemas.microsoft.com/office/drawing/2014/main" id="{96C31534-F338-4D16-B1A4-8455F1B7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1" name="Freeform 27">
              <a:extLst>
                <a:ext uri="{FF2B5EF4-FFF2-40B4-BE49-F238E27FC236}">
                  <a16:creationId xmlns:a16="http://schemas.microsoft.com/office/drawing/2014/main" id="{4839C97D-2DCA-4C22-84D6-F984CA979C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2" name="Freeform 28">
              <a:extLst>
                <a:ext uri="{FF2B5EF4-FFF2-40B4-BE49-F238E27FC236}">
                  <a16:creationId xmlns:a16="http://schemas.microsoft.com/office/drawing/2014/main" id="{FFB734AA-2930-437D-97BD-46FCBB2E830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3" name="Freeform 29">
              <a:extLst>
                <a:ext uri="{FF2B5EF4-FFF2-40B4-BE49-F238E27FC236}">
                  <a16:creationId xmlns:a16="http://schemas.microsoft.com/office/drawing/2014/main" id="{B16EE874-53E7-46FC-B590-0CC81B4B05B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4" name="Freeform 30">
              <a:extLst>
                <a:ext uri="{FF2B5EF4-FFF2-40B4-BE49-F238E27FC236}">
                  <a16:creationId xmlns:a16="http://schemas.microsoft.com/office/drawing/2014/main" id="{3BD15DC5-644F-4C47-A377-623D6BCD2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5" name="Freeform 31">
              <a:extLst>
                <a:ext uri="{FF2B5EF4-FFF2-40B4-BE49-F238E27FC236}">
                  <a16:creationId xmlns:a16="http://schemas.microsoft.com/office/drawing/2014/main" id="{650ED2D8-2BCF-4F67-8E63-B0011570A5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grpSp>
      <p:pic>
        <p:nvPicPr>
          <p:cNvPr id="36" name="Afbeelding 35">
            <a:extLst>
              <a:ext uri="{FF2B5EF4-FFF2-40B4-BE49-F238E27FC236}">
                <a16:creationId xmlns:a16="http://schemas.microsoft.com/office/drawing/2014/main" id="{E047B6B3-5B3D-36D6-408C-BC2BCBAFA49A}"/>
              </a:ext>
            </a:extLst>
          </p:cNvPr>
          <p:cNvPicPr>
            <a:picLocks noChangeAspect="1"/>
          </p:cNvPicPr>
          <p:nvPr/>
        </p:nvPicPr>
        <p:blipFill>
          <a:blip r:embed="rId5"/>
          <a:srcRect t="553" r="-3" b="-3"/>
          <a:stretch>
            <a:fillRect/>
          </a:stretch>
        </p:blipFill>
        <p:spPr>
          <a:xfrm>
            <a:off x="1141411" y="607028"/>
            <a:ext cx="3182939" cy="3299778"/>
          </a:xfrm>
          <a:custGeom>
            <a:avLst/>
            <a:gdLst/>
            <a:ahLst/>
            <a:cxnLst/>
            <a:rect l="l" t="t" r="r" b="b"/>
            <a:pathLst>
              <a:path w="4874998" h="3299778">
                <a:moveTo>
                  <a:pt x="160369" y="0"/>
                </a:moveTo>
                <a:lnTo>
                  <a:pt x="4874998" y="0"/>
                </a:lnTo>
                <a:lnTo>
                  <a:pt x="4874998" y="3299778"/>
                </a:lnTo>
                <a:lnTo>
                  <a:pt x="0" y="3299778"/>
                </a:lnTo>
                <a:lnTo>
                  <a:pt x="0" y="160369"/>
                </a:lnTo>
                <a:cubicBezTo>
                  <a:pt x="0" y="71800"/>
                  <a:pt x="71800" y="0"/>
                  <a:pt x="160369" y="0"/>
                </a:cubicBezTo>
                <a:close/>
              </a:path>
            </a:pathLst>
          </a:cu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12" name="Afbeelding 11">
            <a:extLst>
              <a:ext uri="{FF2B5EF4-FFF2-40B4-BE49-F238E27FC236}">
                <a16:creationId xmlns:a16="http://schemas.microsoft.com/office/drawing/2014/main" id="{81FEE5A7-3EE9-66CD-0AC7-808288F9EE08}"/>
              </a:ext>
            </a:extLst>
          </p:cNvPr>
          <p:cNvPicPr>
            <a:picLocks noChangeAspect="1"/>
          </p:cNvPicPr>
          <p:nvPr/>
        </p:nvPicPr>
        <p:blipFill>
          <a:blip r:embed="rId6"/>
          <a:srcRect l="19429" r="12627" b="-3"/>
          <a:stretch>
            <a:fillRect/>
          </a:stretch>
        </p:blipFill>
        <p:spPr>
          <a:xfrm>
            <a:off x="4494918" y="606425"/>
            <a:ext cx="3200400" cy="3300984"/>
          </a:xfrm>
          <a:prstGeom prst="rect">
            <a:avLst/>
          </a:prstGeom>
          <a:ln w="19050" cap="sq">
            <a:solidFill>
              <a:schemeClr val="tx2">
                <a:lumMod val="60000"/>
                <a:lumOff val="40000"/>
                <a:alpha val="60000"/>
              </a:schemeClr>
            </a:solidFill>
            <a:miter lim="800000"/>
          </a:ln>
          <a:effectLst>
            <a:outerShdw blurRad="88900" dist="38100" dir="5400000" algn="tl" rotWithShape="0">
              <a:prstClr val="black">
                <a:alpha val="40000"/>
              </a:prstClr>
            </a:outerShdw>
          </a:effectLst>
        </p:spPr>
      </p:pic>
      <p:pic>
        <p:nvPicPr>
          <p:cNvPr id="8" name="Afbeelding 7">
            <a:extLst>
              <a:ext uri="{FF2B5EF4-FFF2-40B4-BE49-F238E27FC236}">
                <a16:creationId xmlns:a16="http://schemas.microsoft.com/office/drawing/2014/main" id="{1463B117-BF5C-C3C5-8164-EB18E55939FF}"/>
              </a:ext>
            </a:extLst>
          </p:cNvPr>
          <p:cNvPicPr>
            <a:picLocks noChangeAspect="1"/>
          </p:cNvPicPr>
          <p:nvPr/>
        </p:nvPicPr>
        <p:blipFill>
          <a:blip r:embed="rId7"/>
          <a:srcRect l="6913" r="9480" b="-3"/>
          <a:stretch>
            <a:fillRect/>
          </a:stretch>
        </p:blipFill>
        <p:spPr>
          <a:xfrm>
            <a:off x="7865886" y="607028"/>
            <a:ext cx="3187880" cy="3299778"/>
          </a:xfrm>
          <a:custGeom>
            <a:avLst/>
            <a:gdLst/>
            <a:ahLst/>
            <a:cxnLst/>
            <a:rect l="l" t="t" r="r" b="b"/>
            <a:pathLst>
              <a:path w="4873629" h="3299778">
                <a:moveTo>
                  <a:pt x="0" y="0"/>
                </a:moveTo>
                <a:lnTo>
                  <a:pt x="4873629" y="0"/>
                </a:lnTo>
                <a:lnTo>
                  <a:pt x="4873629" y="3139409"/>
                </a:lnTo>
                <a:cubicBezTo>
                  <a:pt x="4873629" y="3227978"/>
                  <a:pt x="4801829" y="3299778"/>
                  <a:pt x="4713260" y="3299778"/>
                </a:cubicBezTo>
                <a:lnTo>
                  <a:pt x="0" y="3299778"/>
                </a:lnTo>
                <a:close/>
              </a:path>
            </a:pathLst>
          </a:cu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207" name="Group 206">
            <a:extLst>
              <a:ext uri="{FF2B5EF4-FFF2-40B4-BE49-F238E27FC236}">
                <a16:creationId xmlns:a16="http://schemas.microsoft.com/office/drawing/2014/main" id="{1F227D73-5D6D-4D62-B0C5-8F636AA6B8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08" name="Freeform 32">
              <a:extLst>
                <a:ext uri="{FF2B5EF4-FFF2-40B4-BE49-F238E27FC236}">
                  <a16:creationId xmlns:a16="http://schemas.microsoft.com/office/drawing/2014/main" id="{DF2FF6C9-38C8-4237-9837-EA0D6C1BA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09" name="Freeform 33">
              <a:extLst>
                <a:ext uri="{FF2B5EF4-FFF2-40B4-BE49-F238E27FC236}">
                  <a16:creationId xmlns:a16="http://schemas.microsoft.com/office/drawing/2014/main" id="{2EB0C73D-F8F3-4D7D-B500-704DFB6D2E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0" name="Freeform 34">
              <a:extLst>
                <a:ext uri="{FF2B5EF4-FFF2-40B4-BE49-F238E27FC236}">
                  <a16:creationId xmlns:a16="http://schemas.microsoft.com/office/drawing/2014/main" id="{75BC3B26-8B72-4602-BF44-C675656AC3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1" name="Freeform 35">
              <a:extLst>
                <a:ext uri="{FF2B5EF4-FFF2-40B4-BE49-F238E27FC236}">
                  <a16:creationId xmlns:a16="http://schemas.microsoft.com/office/drawing/2014/main" id="{A2F70177-1A4E-40B1-9A3C-FE9470B7E7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2" name="Freeform 36">
              <a:extLst>
                <a:ext uri="{FF2B5EF4-FFF2-40B4-BE49-F238E27FC236}">
                  <a16:creationId xmlns:a16="http://schemas.microsoft.com/office/drawing/2014/main" id="{0DC85635-3466-4445-9F44-278EA451EA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3" name="Freeform 37">
              <a:extLst>
                <a:ext uri="{FF2B5EF4-FFF2-40B4-BE49-F238E27FC236}">
                  <a16:creationId xmlns:a16="http://schemas.microsoft.com/office/drawing/2014/main" id="{7C30D50A-51B9-4D22-B027-8CE126C603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4" name="Freeform 38">
              <a:extLst>
                <a:ext uri="{FF2B5EF4-FFF2-40B4-BE49-F238E27FC236}">
                  <a16:creationId xmlns:a16="http://schemas.microsoft.com/office/drawing/2014/main" id="{DED50959-CB74-4CDA-8278-22057D5A36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5" name="Freeform 39">
              <a:extLst>
                <a:ext uri="{FF2B5EF4-FFF2-40B4-BE49-F238E27FC236}">
                  <a16:creationId xmlns:a16="http://schemas.microsoft.com/office/drawing/2014/main" id="{1D85FAF7-2F59-4657-BE92-28F959773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6" name="Freeform 40">
              <a:extLst>
                <a:ext uri="{FF2B5EF4-FFF2-40B4-BE49-F238E27FC236}">
                  <a16:creationId xmlns:a16="http://schemas.microsoft.com/office/drawing/2014/main" id="{D8A2FFF2-F16D-44E8-A9C1-81FECC3772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nl-NL"/>
            </a:p>
          </p:txBody>
        </p:sp>
        <p:sp>
          <p:nvSpPr>
            <p:cNvPr id="217" name="Rectangle 41">
              <a:extLst>
                <a:ext uri="{FF2B5EF4-FFF2-40B4-BE49-F238E27FC236}">
                  <a16:creationId xmlns:a16="http://schemas.microsoft.com/office/drawing/2014/main" id="{1D2A4166-8595-409D-9319-B61E78A3BF1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nl-NL"/>
            </a:p>
          </p:txBody>
        </p:sp>
      </p:grpSp>
      <p:sp>
        <p:nvSpPr>
          <p:cNvPr id="37" name="Ondertitel 2">
            <a:extLst>
              <a:ext uri="{FF2B5EF4-FFF2-40B4-BE49-F238E27FC236}">
                <a16:creationId xmlns:a16="http://schemas.microsoft.com/office/drawing/2014/main" id="{304F6B48-B49C-6A24-6DCA-BCA6182B566B}"/>
              </a:ext>
            </a:extLst>
          </p:cNvPr>
          <p:cNvSpPr txBox="1">
            <a:spLocks/>
          </p:cNvSpPr>
          <p:nvPr/>
        </p:nvSpPr>
        <p:spPr>
          <a:xfrm>
            <a:off x="1143001" y="4131325"/>
            <a:ext cx="9163048" cy="2538821"/>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pPr>
              <a:lnSpc>
                <a:spcPct val="110000"/>
              </a:lnSpc>
            </a:pPr>
            <a:r>
              <a:rPr lang="nl-NL" sz="3200" baseline="-25000" dirty="0"/>
              <a:t>De puzzel voor de komende jaren</a:t>
            </a:r>
          </a:p>
          <a:p>
            <a:pPr>
              <a:lnSpc>
                <a:spcPct val="110000"/>
              </a:lnSpc>
            </a:pPr>
            <a:r>
              <a:rPr lang="nl-NL" sz="3200" baseline="-25000" dirty="0"/>
              <a:t>Veiligheid, leefomgeving, betrekken mensen, AI-Act, concurrentie</a:t>
            </a:r>
          </a:p>
          <a:p>
            <a:pPr>
              <a:lnSpc>
                <a:spcPct val="110000"/>
              </a:lnSpc>
            </a:pPr>
            <a:endParaRPr lang="nl-NL" sz="500" baseline="-25000" dirty="0"/>
          </a:p>
          <a:p>
            <a:pPr>
              <a:lnSpc>
                <a:spcPct val="110000"/>
              </a:lnSpc>
            </a:pPr>
            <a:endParaRPr lang="nl-NL" sz="500" baseline="-25000" dirty="0"/>
          </a:p>
          <a:p>
            <a:pPr>
              <a:lnSpc>
                <a:spcPct val="110000"/>
              </a:lnSpc>
            </a:pPr>
            <a:endParaRPr lang="nl-NL" sz="500" baseline="-25000" dirty="0"/>
          </a:p>
          <a:p>
            <a:pPr>
              <a:lnSpc>
                <a:spcPct val="110000"/>
              </a:lnSpc>
            </a:pPr>
            <a:endParaRPr lang="nl-NL" sz="500" baseline="-25000" dirty="0"/>
          </a:p>
        </p:txBody>
      </p:sp>
    </p:spTree>
    <p:extLst>
      <p:ext uri="{BB962C8B-B14F-4D97-AF65-F5344CB8AC3E}">
        <p14:creationId xmlns:p14="http://schemas.microsoft.com/office/powerpoint/2010/main" val="1274833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a:extLst>
            <a:ext uri="{FF2B5EF4-FFF2-40B4-BE49-F238E27FC236}">
              <a16:creationId xmlns:a16="http://schemas.microsoft.com/office/drawing/2014/main" id="{6FB8C253-DD61-154B-2B89-DD90343FA3B9}"/>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FC55232B-4817-8B50-E130-4900B8C265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9" name="Rectangle 8">
              <a:extLst>
                <a:ext uri="{FF2B5EF4-FFF2-40B4-BE49-F238E27FC236}">
                  <a16:creationId xmlns:a16="http://schemas.microsoft.com/office/drawing/2014/main" id="{6E3F7BA1-BFED-4BF3-AC79-8010E8D884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0" name="Picture 2">
              <a:extLst>
                <a:ext uri="{FF2B5EF4-FFF2-40B4-BE49-F238E27FC236}">
                  <a16:creationId xmlns:a16="http://schemas.microsoft.com/office/drawing/2014/main" id="{AB73F1B2-25F6-A4C7-5A52-E9039523C8A3}"/>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3" name="Ondertitel 2">
            <a:extLst>
              <a:ext uri="{FF2B5EF4-FFF2-40B4-BE49-F238E27FC236}">
                <a16:creationId xmlns:a16="http://schemas.microsoft.com/office/drawing/2014/main" id="{CDE273FE-BACA-1726-5B60-DB4F531FF7BC}"/>
              </a:ext>
            </a:extLst>
          </p:cNvPr>
          <p:cNvSpPr>
            <a:spLocks noGrp="1"/>
          </p:cNvSpPr>
          <p:nvPr>
            <p:ph type="subTitle" idx="1"/>
          </p:nvPr>
        </p:nvSpPr>
        <p:spPr>
          <a:xfrm>
            <a:off x="5230896" y="220337"/>
            <a:ext cx="6732504" cy="6375726"/>
          </a:xfrm>
        </p:spPr>
        <p:txBody>
          <a:bodyPr>
            <a:normAutofit fontScale="70000" lnSpcReduction="20000"/>
          </a:bodyPr>
          <a:lstStyle/>
          <a:p>
            <a:pPr>
              <a:lnSpc>
                <a:spcPct val="110000"/>
              </a:lnSpc>
            </a:pPr>
            <a:r>
              <a:rPr lang="nl-NL" sz="2400" dirty="0"/>
              <a:t>Wie gebruikt er al AI? En wie heeft al te maken gehad met </a:t>
            </a:r>
            <a:r>
              <a:rPr lang="nl-NL" sz="2400" dirty="0" err="1"/>
              <a:t>Robotics</a:t>
            </a:r>
            <a:endParaRPr lang="nl-NL" sz="2400" dirty="0"/>
          </a:p>
          <a:p>
            <a:pPr>
              <a:lnSpc>
                <a:spcPct val="110000"/>
              </a:lnSpc>
            </a:pPr>
            <a:r>
              <a:rPr lang="nl-NL" sz="2400" dirty="0"/>
              <a:t>&lt;intermezzo Alex?</a:t>
            </a:r>
          </a:p>
          <a:p>
            <a:pPr>
              <a:lnSpc>
                <a:spcPct val="110000"/>
              </a:lnSpc>
            </a:pPr>
            <a:r>
              <a:rPr lang="nl-NL" sz="2400" u="sng" dirty="0"/>
              <a:t>Techniek</a:t>
            </a:r>
            <a:r>
              <a:rPr lang="nl-NL" sz="2400" dirty="0"/>
              <a:t>: meenemen in de moderne technologische ontwikkelingen AI, robots, trends wearables, smart </a:t>
            </a:r>
            <a:r>
              <a:rPr lang="nl-NL" sz="2400" dirty="0" err="1"/>
              <a:t>city</a:t>
            </a:r>
            <a:r>
              <a:rPr lang="nl-NL" sz="2400" dirty="0"/>
              <a:t>. </a:t>
            </a:r>
          </a:p>
          <a:p>
            <a:pPr>
              <a:lnSpc>
                <a:spcPct val="110000"/>
              </a:lnSpc>
            </a:pPr>
            <a:r>
              <a:rPr lang="nl-NL" sz="2400" u="sng" dirty="0"/>
              <a:t>Feit en hype</a:t>
            </a:r>
            <a:r>
              <a:rPr lang="nl-NL" sz="2400" dirty="0"/>
              <a:t> (wat kan wel, wat niet en verwachtingen) voorbeelden uit het verleden de startmotor van een rijtuig was een zweep. Hoe zou je gekomen zijn tot deze ontwikkeling etc.. =</a:t>
            </a:r>
          </a:p>
          <a:p>
            <a:pPr>
              <a:lnSpc>
                <a:spcPct val="110000"/>
              </a:lnSpc>
            </a:pPr>
            <a:r>
              <a:rPr lang="nl-NL" sz="2400" u="sng" dirty="0"/>
              <a:t>Mens: psychologie waarom innovatie vaak bedreigend is</a:t>
            </a:r>
            <a:r>
              <a:rPr lang="nl-NL" sz="2400" dirty="0"/>
              <a:t>. De assen van weten en niet vertrouwen. De emotie controle verlies, baan kwijt raken, privacy en identiteit</a:t>
            </a:r>
          </a:p>
          <a:p>
            <a:pPr>
              <a:lnSpc>
                <a:spcPct val="110000"/>
              </a:lnSpc>
            </a:pPr>
            <a:r>
              <a:rPr lang="nl-NL" sz="2400" u="sng" dirty="0"/>
              <a:t>Maatschappij:</a:t>
            </a:r>
            <a:r>
              <a:rPr lang="nl-NL" sz="2400" dirty="0"/>
              <a:t> elementen in beweging vanuit historisch perspectief. Samenleving inrichting/opbouw en samen werking. Van jagers/verzamelaars via middeleeuwse steden/gildes, </a:t>
            </a:r>
            <a:r>
              <a:rPr lang="nl-NL" sz="2400" dirty="0" err="1"/>
              <a:t>ind</a:t>
            </a:r>
            <a:r>
              <a:rPr lang="nl-NL" sz="2400" dirty="0"/>
              <a:t> revolutie naar 4</a:t>
            </a:r>
            <a:r>
              <a:rPr lang="nl-NL" sz="2400" baseline="30000" dirty="0"/>
              <a:t>e</a:t>
            </a:r>
            <a:r>
              <a:rPr lang="nl-NL" sz="2400" dirty="0"/>
              <a:t> </a:t>
            </a:r>
            <a:r>
              <a:rPr lang="nl-NL" sz="2400" dirty="0" err="1"/>
              <a:t>industriele</a:t>
            </a:r>
            <a:r>
              <a:rPr lang="nl-NL" sz="2400" dirty="0"/>
              <a:t> revolutie; </a:t>
            </a:r>
            <a:r>
              <a:rPr lang="nl-NL" sz="2400" dirty="0" err="1"/>
              <a:t>disruptive</a:t>
            </a:r>
            <a:r>
              <a:rPr lang="nl-NL" sz="2400" dirty="0"/>
              <a:t>, globaal wegvallen van </a:t>
            </a:r>
            <a:r>
              <a:rPr lang="nl-NL" sz="2400" dirty="0" err="1"/>
              <a:t>community’s</a:t>
            </a:r>
            <a:r>
              <a:rPr lang="nl-NL" sz="2400" dirty="0"/>
              <a:t> communicatie steeds meer “digitaal” </a:t>
            </a:r>
            <a:r>
              <a:rPr lang="nl-NL" sz="2400" dirty="0" err="1"/>
              <a:t>augmented</a:t>
            </a:r>
            <a:r>
              <a:rPr lang="nl-NL" sz="2400" dirty="0"/>
              <a:t> </a:t>
            </a:r>
            <a:r>
              <a:rPr lang="nl-NL" sz="2400" dirty="0" err="1"/>
              <a:t>reality</a:t>
            </a:r>
            <a:r>
              <a:rPr lang="nl-NL" sz="2400" dirty="0"/>
              <a:t>. Inweven de piraat “ontdekkingsreiziger, buiten de begaande paden, stoer, durven maar ook gevaar. Of de geuzen Zoetermeer. 0</a:t>
            </a:r>
          </a:p>
          <a:p>
            <a:pPr>
              <a:lnSpc>
                <a:spcPct val="110000"/>
              </a:lnSpc>
            </a:pPr>
            <a:endParaRPr lang="nl-NL" sz="2400" dirty="0"/>
          </a:p>
          <a:p>
            <a:pPr>
              <a:lnSpc>
                <a:spcPct val="110000"/>
              </a:lnSpc>
            </a:pPr>
            <a:endParaRPr lang="nl-NL" sz="2400" dirty="0"/>
          </a:p>
          <a:p>
            <a:pPr>
              <a:lnSpc>
                <a:spcPct val="110000"/>
              </a:lnSpc>
            </a:pPr>
            <a:endParaRPr lang="nl-NL" sz="2400" dirty="0"/>
          </a:p>
          <a:p>
            <a:pPr>
              <a:lnSpc>
                <a:spcPct val="110000"/>
              </a:lnSpc>
            </a:pPr>
            <a:endParaRPr lang="nl-NL" sz="2400" dirty="0"/>
          </a:p>
          <a:p>
            <a:pPr>
              <a:lnSpc>
                <a:spcPct val="110000"/>
              </a:lnSpc>
            </a:pPr>
            <a:endParaRPr lang="nl-NL" sz="500" dirty="0"/>
          </a:p>
        </p:txBody>
      </p:sp>
      <p:pic>
        <p:nvPicPr>
          <p:cNvPr id="2" name="Afbeelding 1">
            <a:extLst>
              <a:ext uri="{FF2B5EF4-FFF2-40B4-BE49-F238E27FC236}">
                <a16:creationId xmlns:a16="http://schemas.microsoft.com/office/drawing/2014/main" id="{7F2F74E0-2AD2-F947-1D6F-64777F12C41C}"/>
              </a:ext>
            </a:extLst>
          </p:cNvPr>
          <p:cNvPicPr>
            <a:picLocks noChangeAspect="1"/>
          </p:cNvPicPr>
          <p:nvPr/>
        </p:nvPicPr>
        <p:blipFill>
          <a:blip r:embed="rId5"/>
          <a:srcRect l="597"/>
          <a:stretch>
            <a:fillRect/>
          </a:stretch>
        </p:blipFill>
        <p:spPr>
          <a:xfrm>
            <a:off x="-5597" y="10"/>
            <a:ext cx="4635583" cy="6857990"/>
          </a:xfrm>
          <a:prstGeom prst="rect">
            <a:avLst/>
          </a:prstGeom>
        </p:spPr>
      </p:pic>
      <p:grpSp>
        <p:nvGrpSpPr>
          <p:cNvPr id="12" name="Group 11">
            <a:extLst>
              <a:ext uri="{FF2B5EF4-FFF2-40B4-BE49-F238E27FC236}">
                <a16:creationId xmlns:a16="http://schemas.microsoft.com/office/drawing/2014/main" id="{D583EA6E-096B-CACD-15FA-A71CB4DF1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3" name="Rectangle 5">
              <a:extLst>
                <a:ext uri="{FF2B5EF4-FFF2-40B4-BE49-F238E27FC236}">
                  <a16:creationId xmlns:a16="http://schemas.microsoft.com/office/drawing/2014/main" id="{2BA5AB25-D9A7-6DC2-7B9D-7D850B8E28F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 name="Freeform 6">
              <a:extLst>
                <a:ext uri="{FF2B5EF4-FFF2-40B4-BE49-F238E27FC236}">
                  <a16:creationId xmlns:a16="http://schemas.microsoft.com/office/drawing/2014/main" id="{AC8F0A0B-8660-6E11-3E11-5CDBE8EEF0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5" name="Freeform 7">
              <a:extLst>
                <a:ext uri="{FF2B5EF4-FFF2-40B4-BE49-F238E27FC236}">
                  <a16:creationId xmlns:a16="http://schemas.microsoft.com/office/drawing/2014/main" id="{B534AFC0-5995-6E4F-A2A1-785EEDFE0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6" name="Rectangle 8">
              <a:extLst>
                <a:ext uri="{FF2B5EF4-FFF2-40B4-BE49-F238E27FC236}">
                  <a16:creationId xmlns:a16="http://schemas.microsoft.com/office/drawing/2014/main" id="{2B7563A9-E8E0-5FD7-2A4A-E7D59548042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7" name="Freeform 9">
              <a:extLst>
                <a:ext uri="{FF2B5EF4-FFF2-40B4-BE49-F238E27FC236}">
                  <a16:creationId xmlns:a16="http://schemas.microsoft.com/office/drawing/2014/main" id="{E1F278C7-A804-5BC6-F346-5D5EAA227D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8" name="Freeform 10">
              <a:extLst>
                <a:ext uri="{FF2B5EF4-FFF2-40B4-BE49-F238E27FC236}">
                  <a16:creationId xmlns:a16="http://schemas.microsoft.com/office/drawing/2014/main" id="{05B70E9E-C5F8-CAC1-EF29-3AC851A4A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9" name="Freeform 11">
              <a:extLst>
                <a:ext uri="{FF2B5EF4-FFF2-40B4-BE49-F238E27FC236}">
                  <a16:creationId xmlns:a16="http://schemas.microsoft.com/office/drawing/2014/main" id="{09A0A330-BFE7-23AE-0FDB-ADBF79505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0" name="Freeform 12">
              <a:extLst>
                <a:ext uri="{FF2B5EF4-FFF2-40B4-BE49-F238E27FC236}">
                  <a16:creationId xmlns:a16="http://schemas.microsoft.com/office/drawing/2014/main" id="{F5601E58-5A75-AF35-E328-3A5607326A1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1" name="Freeform 13">
              <a:extLst>
                <a:ext uri="{FF2B5EF4-FFF2-40B4-BE49-F238E27FC236}">
                  <a16:creationId xmlns:a16="http://schemas.microsoft.com/office/drawing/2014/main" id="{91089BBA-E891-275A-26BF-14474ECEB2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2" name="Freeform 14">
              <a:extLst>
                <a:ext uri="{FF2B5EF4-FFF2-40B4-BE49-F238E27FC236}">
                  <a16:creationId xmlns:a16="http://schemas.microsoft.com/office/drawing/2014/main" id="{B8484A1E-21DC-0CEE-9CA1-615BE4612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3" name="Freeform 15">
              <a:extLst>
                <a:ext uri="{FF2B5EF4-FFF2-40B4-BE49-F238E27FC236}">
                  <a16:creationId xmlns:a16="http://schemas.microsoft.com/office/drawing/2014/main" id="{308A6900-94B0-5DD3-3FC6-7604742582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4" name="Freeform 16">
              <a:extLst>
                <a:ext uri="{FF2B5EF4-FFF2-40B4-BE49-F238E27FC236}">
                  <a16:creationId xmlns:a16="http://schemas.microsoft.com/office/drawing/2014/main" id="{AE5A0DAA-A4AF-EB2B-3EFA-FF2398B644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5" name="Freeform 17">
              <a:extLst>
                <a:ext uri="{FF2B5EF4-FFF2-40B4-BE49-F238E27FC236}">
                  <a16:creationId xmlns:a16="http://schemas.microsoft.com/office/drawing/2014/main" id="{88F16E1E-1B27-310D-5D56-ACD8589E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6" name="Freeform 18">
              <a:extLst>
                <a:ext uri="{FF2B5EF4-FFF2-40B4-BE49-F238E27FC236}">
                  <a16:creationId xmlns:a16="http://schemas.microsoft.com/office/drawing/2014/main" id="{DCC6359F-C88A-7737-88E3-ED4D5A61F61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7" name="Freeform 19">
              <a:extLst>
                <a:ext uri="{FF2B5EF4-FFF2-40B4-BE49-F238E27FC236}">
                  <a16:creationId xmlns:a16="http://schemas.microsoft.com/office/drawing/2014/main" id="{26D7470D-B340-CDD6-8DC3-39BBBA8E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8" name="Freeform 20">
              <a:extLst>
                <a:ext uri="{FF2B5EF4-FFF2-40B4-BE49-F238E27FC236}">
                  <a16:creationId xmlns:a16="http://schemas.microsoft.com/office/drawing/2014/main" id="{37CEA082-36A0-E024-14A7-3C34D1A8D5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9" name="Freeform 21">
              <a:extLst>
                <a:ext uri="{FF2B5EF4-FFF2-40B4-BE49-F238E27FC236}">
                  <a16:creationId xmlns:a16="http://schemas.microsoft.com/office/drawing/2014/main" id="{3E3CCAA1-F689-428F-3E5C-A4651C6F39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0" name="Freeform 22">
              <a:extLst>
                <a:ext uri="{FF2B5EF4-FFF2-40B4-BE49-F238E27FC236}">
                  <a16:creationId xmlns:a16="http://schemas.microsoft.com/office/drawing/2014/main" id="{64F94937-D7C2-81A4-8F0B-7713622C8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1" name="Freeform 23">
              <a:extLst>
                <a:ext uri="{FF2B5EF4-FFF2-40B4-BE49-F238E27FC236}">
                  <a16:creationId xmlns:a16="http://schemas.microsoft.com/office/drawing/2014/main" id="{C582C75F-62B1-C1BF-BA1A-F3AC6D821E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2" name="Freeform 24">
              <a:extLst>
                <a:ext uri="{FF2B5EF4-FFF2-40B4-BE49-F238E27FC236}">
                  <a16:creationId xmlns:a16="http://schemas.microsoft.com/office/drawing/2014/main" id="{DCC17483-203B-E319-EF25-721A2DA42D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3" name="Freeform 25">
              <a:extLst>
                <a:ext uri="{FF2B5EF4-FFF2-40B4-BE49-F238E27FC236}">
                  <a16:creationId xmlns:a16="http://schemas.microsoft.com/office/drawing/2014/main" id="{A7C31C2C-99D2-AEA6-06C6-87677079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4" name="Freeform 26">
              <a:extLst>
                <a:ext uri="{FF2B5EF4-FFF2-40B4-BE49-F238E27FC236}">
                  <a16:creationId xmlns:a16="http://schemas.microsoft.com/office/drawing/2014/main" id="{F56593A8-C8A5-C98F-892E-1FCC2EC3AE8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5" name="Freeform 27">
              <a:extLst>
                <a:ext uri="{FF2B5EF4-FFF2-40B4-BE49-F238E27FC236}">
                  <a16:creationId xmlns:a16="http://schemas.microsoft.com/office/drawing/2014/main" id="{0CCF282B-17F0-580D-9E7F-403562B98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6" name="Freeform 28">
              <a:extLst>
                <a:ext uri="{FF2B5EF4-FFF2-40B4-BE49-F238E27FC236}">
                  <a16:creationId xmlns:a16="http://schemas.microsoft.com/office/drawing/2014/main" id="{5B13455B-522C-EFDE-ADB9-FF64C228E3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7" name="Freeform 29">
              <a:extLst>
                <a:ext uri="{FF2B5EF4-FFF2-40B4-BE49-F238E27FC236}">
                  <a16:creationId xmlns:a16="http://schemas.microsoft.com/office/drawing/2014/main" id="{D31E0DE7-48B8-9ACC-D9AE-FDDAC2E73C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8" name="Freeform 30">
              <a:extLst>
                <a:ext uri="{FF2B5EF4-FFF2-40B4-BE49-F238E27FC236}">
                  <a16:creationId xmlns:a16="http://schemas.microsoft.com/office/drawing/2014/main" id="{38DE5E08-71EC-0528-F042-0E15021FB5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39" name="Freeform 31">
              <a:extLst>
                <a:ext uri="{FF2B5EF4-FFF2-40B4-BE49-F238E27FC236}">
                  <a16:creationId xmlns:a16="http://schemas.microsoft.com/office/drawing/2014/main" id="{79C81CF0-357D-D714-83CF-6F04E6EF4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0" name="Freeform 32">
              <a:extLst>
                <a:ext uri="{FF2B5EF4-FFF2-40B4-BE49-F238E27FC236}">
                  <a16:creationId xmlns:a16="http://schemas.microsoft.com/office/drawing/2014/main" id="{1A511176-D043-60CE-B4FD-1A1FCEB7D87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1" name="Rectangle 33">
              <a:extLst>
                <a:ext uri="{FF2B5EF4-FFF2-40B4-BE49-F238E27FC236}">
                  <a16:creationId xmlns:a16="http://schemas.microsoft.com/office/drawing/2014/main" id="{152ED989-351A-A4E0-2C42-12B66293819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2" name="Freeform 34">
              <a:extLst>
                <a:ext uri="{FF2B5EF4-FFF2-40B4-BE49-F238E27FC236}">
                  <a16:creationId xmlns:a16="http://schemas.microsoft.com/office/drawing/2014/main" id="{BE3E8BA5-E802-BA4E-FD9F-9D0A194C9F9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3" name="Freeform 35">
              <a:extLst>
                <a:ext uri="{FF2B5EF4-FFF2-40B4-BE49-F238E27FC236}">
                  <a16:creationId xmlns:a16="http://schemas.microsoft.com/office/drawing/2014/main" id="{CE1D7F5B-FF1C-4428-06BE-8EEC51128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4" name="Freeform 36">
              <a:extLst>
                <a:ext uri="{FF2B5EF4-FFF2-40B4-BE49-F238E27FC236}">
                  <a16:creationId xmlns:a16="http://schemas.microsoft.com/office/drawing/2014/main" id="{5A21F091-18D3-8AA5-F890-0B778C0CE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5" name="Freeform 37">
              <a:extLst>
                <a:ext uri="{FF2B5EF4-FFF2-40B4-BE49-F238E27FC236}">
                  <a16:creationId xmlns:a16="http://schemas.microsoft.com/office/drawing/2014/main" id="{E4EE9B90-7C4E-DB53-0C42-34638FEB7FA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6" name="Freeform 38">
              <a:extLst>
                <a:ext uri="{FF2B5EF4-FFF2-40B4-BE49-F238E27FC236}">
                  <a16:creationId xmlns:a16="http://schemas.microsoft.com/office/drawing/2014/main" id="{0B3DE698-E6FA-B5B6-ACE0-446B8965E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7" name="Freeform 39">
              <a:extLst>
                <a:ext uri="{FF2B5EF4-FFF2-40B4-BE49-F238E27FC236}">
                  <a16:creationId xmlns:a16="http://schemas.microsoft.com/office/drawing/2014/main" id="{321C6EBC-8E31-1663-F7E8-80B9F2A84B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8" name="Freeform 40">
              <a:extLst>
                <a:ext uri="{FF2B5EF4-FFF2-40B4-BE49-F238E27FC236}">
                  <a16:creationId xmlns:a16="http://schemas.microsoft.com/office/drawing/2014/main" id="{139A5CD8-2E40-F6CE-21F3-FB9640C1FD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9" name="Freeform 41">
              <a:extLst>
                <a:ext uri="{FF2B5EF4-FFF2-40B4-BE49-F238E27FC236}">
                  <a16:creationId xmlns:a16="http://schemas.microsoft.com/office/drawing/2014/main" id="{90DB830F-ECE2-E80F-C74F-543D04D0F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0" name="Freeform 42">
              <a:extLst>
                <a:ext uri="{FF2B5EF4-FFF2-40B4-BE49-F238E27FC236}">
                  <a16:creationId xmlns:a16="http://schemas.microsoft.com/office/drawing/2014/main" id="{AE7B53EF-F8E8-E10F-0147-FD94AF1D4E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1" name="Freeform 43">
              <a:extLst>
                <a:ext uri="{FF2B5EF4-FFF2-40B4-BE49-F238E27FC236}">
                  <a16:creationId xmlns:a16="http://schemas.microsoft.com/office/drawing/2014/main" id="{00A47278-2D5E-9D2E-B6C2-C6C9A602EF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2" name="Freeform 44">
              <a:extLst>
                <a:ext uri="{FF2B5EF4-FFF2-40B4-BE49-F238E27FC236}">
                  <a16:creationId xmlns:a16="http://schemas.microsoft.com/office/drawing/2014/main" id="{7A052686-4D01-01FE-4B25-85F35DCA8E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3" name="Rectangle 45">
              <a:extLst>
                <a:ext uri="{FF2B5EF4-FFF2-40B4-BE49-F238E27FC236}">
                  <a16:creationId xmlns:a16="http://schemas.microsoft.com/office/drawing/2014/main" id="{CF28153C-F184-6A38-0BEB-967BDCEE369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4" name="Freeform 46">
              <a:extLst>
                <a:ext uri="{FF2B5EF4-FFF2-40B4-BE49-F238E27FC236}">
                  <a16:creationId xmlns:a16="http://schemas.microsoft.com/office/drawing/2014/main" id="{A9240FE9-EDED-93E5-D281-BED1D6DD02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5" name="Freeform 47">
              <a:extLst>
                <a:ext uri="{FF2B5EF4-FFF2-40B4-BE49-F238E27FC236}">
                  <a16:creationId xmlns:a16="http://schemas.microsoft.com/office/drawing/2014/main" id="{12DB3388-1D94-4846-CB54-152F49F39C0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6" name="Freeform 48">
              <a:extLst>
                <a:ext uri="{FF2B5EF4-FFF2-40B4-BE49-F238E27FC236}">
                  <a16:creationId xmlns:a16="http://schemas.microsoft.com/office/drawing/2014/main" id="{4F29FDB5-73FD-0434-4767-115367964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7" name="Freeform 49">
              <a:extLst>
                <a:ext uri="{FF2B5EF4-FFF2-40B4-BE49-F238E27FC236}">
                  <a16:creationId xmlns:a16="http://schemas.microsoft.com/office/drawing/2014/main" id="{57E77920-2E9D-0859-DF57-0CBC405C4F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8" name="Freeform 50">
              <a:extLst>
                <a:ext uri="{FF2B5EF4-FFF2-40B4-BE49-F238E27FC236}">
                  <a16:creationId xmlns:a16="http://schemas.microsoft.com/office/drawing/2014/main" id="{82AC52ED-7C39-0D24-56E1-8032789CCC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59" name="Freeform 51">
              <a:extLst>
                <a:ext uri="{FF2B5EF4-FFF2-40B4-BE49-F238E27FC236}">
                  <a16:creationId xmlns:a16="http://schemas.microsoft.com/office/drawing/2014/main" id="{CF8C5038-4881-6EAC-8B68-1F7221AA1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60" name="Freeform 52">
              <a:extLst>
                <a:ext uri="{FF2B5EF4-FFF2-40B4-BE49-F238E27FC236}">
                  <a16:creationId xmlns:a16="http://schemas.microsoft.com/office/drawing/2014/main" id="{2D8EF2B8-C0D1-23CC-F5A6-9E3667A23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61" name="Freeform 53">
              <a:extLst>
                <a:ext uri="{FF2B5EF4-FFF2-40B4-BE49-F238E27FC236}">
                  <a16:creationId xmlns:a16="http://schemas.microsoft.com/office/drawing/2014/main" id="{5D424E2B-0B41-F7E7-2CF3-F2ECF182B0E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62" name="Freeform 54">
              <a:extLst>
                <a:ext uri="{FF2B5EF4-FFF2-40B4-BE49-F238E27FC236}">
                  <a16:creationId xmlns:a16="http://schemas.microsoft.com/office/drawing/2014/main" id="{1DD7AC10-406F-4A9B-61BB-A127EB11B8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63" name="Freeform 55">
              <a:extLst>
                <a:ext uri="{FF2B5EF4-FFF2-40B4-BE49-F238E27FC236}">
                  <a16:creationId xmlns:a16="http://schemas.microsoft.com/office/drawing/2014/main" id="{88F138FB-806E-00B9-CF66-62205E785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64" name="Freeform 56">
              <a:extLst>
                <a:ext uri="{FF2B5EF4-FFF2-40B4-BE49-F238E27FC236}">
                  <a16:creationId xmlns:a16="http://schemas.microsoft.com/office/drawing/2014/main" id="{579CD60A-9D45-50A1-68F9-81EFC1DA39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65" name="Freeform 57">
              <a:extLst>
                <a:ext uri="{FF2B5EF4-FFF2-40B4-BE49-F238E27FC236}">
                  <a16:creationId xmlns:a16="http://schemas.microsoft.com/office/drawing/2014/main" id="{5CBB398B-9B09-E8C4-7045-423139C85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66" name="Freeform 58">
              <a:extLst>
                <a:ext uri="{FF2B5EF4-FFF2-40B4-BE49-F238E27FC236}">
                  <a16:creationId xmlns:a16="http://schemas.microsoft.com/office/drawing/2014/main" id="{ABB9D7DD-08AC-B3D1-02B0-E4E716FBDB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grpSp>
      <p:grpSp>
        <p:nvGrpSpPr>
          <p:cNvPr id="68" name="Group 67">
            <a:extLst>
              <a:ext uri="{FF2B5EF4-FFF2-40B4-BE49-F238E27FC236}">
                <a16:creationId xmlns:a16="http://schemas.microsoft.com/office/drawing/2014/main" id="{61B36FBF-8CB5-E2D5-B7D0-07093B0FEE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69" name="Freeform 32">
              <a:extLst>
                <a:ext uri="{FF2B5EF4-FFF2-40B4-BE49-F238E27FC236}">
                  <a16:creationId xmlns:a16="http://schemas.microsoft.com/office/drawing/2014/main" id="{20C69FFD-8E7C-DFB6-333D-597DA27B5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0" name="Freeform 33">
              <a:extLst>
                <a:ext uri="{FF2B5EF4-FFF2-40B4-BE49-F238E27FC236}">
                  <a16:creationId xmlns:a16="http://schemas.microsoft.com/office/drawing/2014/main" id="{3CAF48B1-A19F-B780-75FA-1770A7578F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1" name="Freeform 34">
              <a:extLst>
                <a:ext uri="{FF2B5EF4-FFF2-40B4-BE49-F238E27FC236}">
                  <a16:creationId xmlns:a16="http://schemas.microsoft.com/office/drawing/2014/main" id="{508E76E4-7345-8B2B-E323-3850597875A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2" name="Freeform 35">
              <a:extLst>
                <a:ext uri="{FF2B5EF4-FFF2-40B4-BE49-F238E27FC236}">
                  <a16:creationId xmlns:a16="http://schemas.microsoft.com/office/drawing/2014/main" id="{19A18C49-17F3-4BAA-B0D5-38632CB7C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3" name="Freeform 36">
              <a:extLst>
                <a:ext uri="{FF2B5EF4-FFF2-40B4-BE49-F238E27FC236}">
                  <a16:creationId xmlns:a16="http://schemas.microsoft.com/office/drawing/2014/main" id="{34DAEF1D-F936-5D7A-9D04-5A81DBE66A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4" name="Freeform 37">
              <a:extLst>
                <a:ext uri="{FF2B5EF4-FFF2-40B4-BE49-F238E27FC236}">
                  <a16:creationId xmlns:a16="http://schemas.microsoft.com/office/drawing/2014/main" id="{B603044A-7F80-670A-26AA-3E51B8B9B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5" name="Freeform 38">
              <a:extLst>
                <a:ext uri="{FF2B5EF4-FFF2-40B4-BE49-F238E27FC236}">
                  <a16:creationId xmlns:a16="http://schemas.microsoft.com/office/drawing/2014/main" id="{BAD9E1DC-677A-3839-8EAE-38821F35D5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6" name="Freeform 39">
              <a:extLst>
                <a:ext uri="{FF2B5EF4-FFF2-40B4-BE49-F238E27FC236}">
                  <a16:creationId xmlns:a16="http://schemas.microsoft.com/office/drawing/2014/main" id="{83F2417D-F0A3-F970-2719-B25ADC1808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7" name="Freeform 40">
              <a:extLst>
                <a:ext uri="{FF2B5EF4-FFF2-40B4-BE49-F238E27FC236}">
                  <a16:creationId xmlns:a16="http://schemas.microsoft.com/office/drawing/2014/main" id="{615F7067-DFF6-D131-CDB4-A2604FCFAD5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8" name="Rectangle 41">
              <a:extLst>
                <a:ext uri="{FF2B5EF4-FFF2-40B4-BE49-F238E27FC236}">
                  <a16:creationId xmlns:a16="http://schemas.microsoft.com/office/drawing/2014/main" id="{280AC264-2F48-5943-A1DF-7A74EC28FE2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grpSp>
    </p:spTree>
    <p:extLst>
      <p:ext uri="{BB962C8B-B14F-4D97-AF65-F5344CB8AC3E}">
        <p14:creationId xmlns:p14="http://schemas.microsoft.com/office/powerpoint/2010/main" val="857388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0B948-FA9C-7E7C-4613-0A10F382356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820B8B-09C1-6764-B1E3-FB1C0B6D2EEC}"/>
              </a:ext>
            </a:extLst>
          </p:cNvPr>
          <p:cNvSpPr>
            <a:spLocks noGrp="1"/>
          </p:cNvSpPr>
          <p:nvPr>
            <p:ph type="ctrTitle"/>
          </p:nvPr>
        </p:nvSpPr>
        <p:spPr>
          <a:xfrm>
            <a:off x="1876424" y="1122363"/>
            <a:ext cx="8791575" cy="871690"/>
          </a:xfrm>
        </p:spPr>
        <p:txBody>
          <a:bodyPr/>
          <a:lstStyle/>
          <a:p>
            <a:pPr algn="ctr"/>
            <a:r>
              <a:rPr lang="nl-NL" dirty="0"/>
              <a:t>AI &amp; </a:t>
            </a:r>
            <a:r>
              <a:rPr lang="nl-NL" dirty="0" err="1"/>
              <a:t>RobOTICS</a:t>
            </a:r>
            <a:endParaRPr lang="nl-NL" dirty="0"/>
          </a:p>
        </p:txBody>
      </p:sp>
      <p:sp>
        <p:nvSpPr>
          <p:cNvPr id="3" name="Ondertitel 2">
            <a:extLst>
              <a:ext uri="{FF2B5EF4-FFF2-40B4-BE49-F238E27FC236}">
                <a16:creationId xmlns:a16="http://schemas.microsoft.com/office/drawing/2014/main" id="{0DCA5368-ECEC-8465-C312-6C52D70E350A}"/>
              </a:ext>
            </a:extLst>
          </p:cNvPr>
          <p:cNvSpPr>
            <a:spLocks noGrp="1"/>
          </p:cNvSpPr>
          <p:nvPr>
            <p:ph type="subTitle" idx="1"/>
          </p:nvPr>
        </p:nvSpPr>
        <p:spPr/>
        <p:txBody>
          <a:bodyPr/>
          <a:lstStyle/>
          <a:p>
            <a:endParaRPr lang="nl-NL" dirty="0"/>
          </a:p>
        </p:txBody>
      </p:sp>
      <p:pic>
        <p:nvPicPr>
          <p:cNvPr id="6" name="Picture 4" descr="touching metaverse - artificial intelligence stockfoto's en -beelden">
            <a:extLst>
              <a:ext uri="{FF2B5EF4-FFF2-40B4-BE49-F238E27FC236}">
                <a16:creationId xmlns:a16="http://schemas.microsoft.com/office/drawing/2014/main" id="{5F00883C-4981-76CD-B732-76C6B05B36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7089013"/>
          </a:xfrm>
          <a:prstGeom prst="rect">
            <a:avLst/>
          </a:prstGeom>
          <a:noFill/>
          <a:extLst>
            <a:ext uri="{909E8E84-426E-40DD-AFC4-6F175D3DCCD1}">
              <a14:hiddenFill xmlns:a14="http://schemas.microsoft.com/office/drawing/2010/main">
                <a:solidFill>
                  <a:srgbClr val="FFFFFF"/>
                </a:solidFill>
              </a14:hiddenFill>
            </a:ext>
          </a:extLst>
        </p:spPr>
      </p:pic>
      <p:sp>
        <p:nvSpPr>
          <p:cNvPr id="4" name="Titel 1">
            <a:extLst>
              <a:ext uri="{FF2B5EF4-FFF2-40B4-BE49-F238E27FC236}">
                <a16:creationId xmlns:a16="http://schemas.microsoft.com/office/drawing/2014/main" id="{901FFAF3-6834-54FA-25E4-C0E24A7986A7}"/>
              </a:ext>
            </a:extLst>
          </p:cNvPr>
          <p:cNvSpPr txBox="1">
            <a:spLocks/>
          </p:cNvSpPr>
          <p:nvPr/>
        </p:nvSpPr>
        <p:spPr>
          <a:xfrm>
            <a:off x="9216888" y="349526"/>
            <a:ext cx="2213114" cy="1368286"/>
          </a:xfrm>
          <a:prstGeom prst="rect">
            <a:avLst/>
          </a:prstGeom>
        </p:spPr>
        <p:txBody>
          <a:bodyPr vert="horz" lIns="91440" tIns="45720" rIns="91440" bIns="45720" rtlCol="0" anchor="t" anchorCtr="0">
            <a:normAutofit fontScale="32500" lnSpcReduction="20000"/>
          </a:bodyPr>
          <a:lstStyle>
            <a:lvl1pPr algn="l" defTabSz="914400" rtl="0" eaLnBrk="1" latinLnBrk="0" hangingPunct="1">
              <a:lnSpc>
                <a:spcPct val="90000"/>
              </a:lnSpc>
              <a:spcBef>
                <a:spcPct val="0"/>
              </a:spcBef>
              <a:buNone/>
              <a:defRPr sz="4800" b="0" kern="1200" baseline="0">
                <a:solidFill>
                  <a:schemeClr val="tx2"/>
                </a:solidFill>
                <a:latin typeface="+mj-lt"/>
                <a:ea typeface="+mj-ea"/>
                <a:cs typeface="+mj-cs"/>
              </a:defRPr>
            </a:lvl1pPr>
          </a:lstStyle>
          <a:p>
            <a:pPr algn="ctr"/>
            <a:r>
              <a:rPr lang="nl-NL" sz="7100" dirty="0">
                <a:solidFill>
                  <a:srgbClr val="FFFFFF"/>
                </a:solidFill>
              </a:rPr>
              <a:t>    De Wereld</a:t>
            </a:r>
          </a:p>
          <a:p>
            <a:pPr algn="ctr"/>
            <a:r>
              <a:rPr lang="nl-NL" sz="7100" dirty="0">
                <a:solidFill>
                  <a:srgbClr val="FFFFFF"/>
                </a:solidFill>
              </a:rPr>
              <a:t>&amp;</a:t>
            </a:r>
          </a:p>
          <a:p>
            <a:pPr algn="ctr"/>
            <a:r>
              <a:rPr lang="nl-NL" sz="7100" dirty="0">
                <a:solidFill>
                  <a:srgbClr val="FFFFFF"/>
                </a:solidFill>
              </a:rPr>
              <a:t>   Techniek</a:t>
            </a:r>
            <a:br>
              <a:rPr lang="nl-NL" sz="7100" dirty="0">
                <a:solidFill>
                  <a:srgbClr val="FFFFFF"/>
                </a:solidFill>
              </a:rPr>
            </a:br>
            <a:br>
              <a:rPr lang="nl-NL" dirty="0">
                <a:solidFill>
                  <a:srgbClr val="FFFFFF"/>
                </a:solidFill>
              </a:rPr>
            </a:br>
            <a:endParaRPr lang="nl-NL" dirty="0">
              <a:solidFill>
                <a:srgbClr val="FFFFFF"/>
              </a:solidFill>
            </a:endParaRPr>
          </a:p>
        </p:txBody>
      </p:sp>
      <p:sp>
        <p:nvSpPr>
          <p:cNvPr id="8" name="Tekstvak 7">
            <a:extLst>
              <a:ext uri="{FF2B5EF4-FFF2-40B4-BE49-F238E27FC236}">
                <a16:creationId xmlns:a16="http://schemas.microsoft.com/office/drawing/2014/main" id="{2B1ABA11-E93C-597D-85CD-35547EBBEC7A}"/>
              </a:ext>
            </a:extLst>
          </p:cNvPr>
          <p:cNvSpPr txBox="1"/>
          <p:nvPr/>
        </p:nvSpPr>
        <p:spPr>
          <a:xfrm>
            <a:off x="4928070" y="5573242"/>
            <a:ext cx="4992751" cy="1200329"/>
          </a:xfrm>
          <a:prstGeom prst="rect">
            <a:avLst/>
          </a:prstGeom>
          <a:noFill/>
        </p:spPr>
        <p:txBody>
          <a:bodyPr wrap="square" rtlCol="0">
            <a:spAutoFit/>
          </a:bodyPr>
          <a:lstStyle/>
          <a:p>
            <a:pPr marL="285750" indent="-285750">
              <a:buFont typeface="Wingdings" panose="05000000000000000000" pitchFamily="2" charset="2"/>
              <a:buChar char="ü"/>
            </a:pPr>
            <a:r>
              <a:rPr lang="nl-NL" sz="2400" dirty="0"/>
              <a:t>De AI golf rolt door</a:t>
            </a:r>
          </a:p>
          <a:p>
            <a:pPr marL="285750" indent="-285750">
              <a:buFont typeface="Wingdings" panose="05000000000000000000" pitchFamily="2" charset="2"/>
              <a:buChar char="ü"/>
            </a:pPr>
            <a:r>
              <a:rPr lang="nl-NL" sz="2400" dirty="0"/>
              <a:t>AI, </a:t>
            </a:r>
            <a:r>
              <a:rPr lang="nl-NL" sz="2400" dirty="0" err="1"/>
              <a:t>Robotics</a:t>
            </a:r>
            <a:r>
              <a:rPr lang="nl-NL" sz="2400" dirty="0"/>
              <a:t>, </a:t>
            </a:r>
          </a:p>
          <a:p>
            <a:pPr marL="285750" indent="-285750">
              <a:buFont typeface="Wingdings" panose="05000000000000000000" pitchFamily="2" charset="2"/>
              <a:buChar char="ü"/>
            </a:pPr>
            <a:r>
              <a:rPr lang="nl-NL" sz="2400" dirty="0"/>
              <a:t>Mens versus AI/Techn</a:t>
            </a:r>
            <a:r>
              <a:rPr lang="nl-NL" sz="2400" dirty="0">
                <a:solidFill>
                  <a:schemeClr val="bg1"/>
                </a:solidFill>
              </a:rPr>
              <a:t>iek0-</a:t>
            </a:r>
          </a:p>
        </p:txBody>
      </p:sp>
    </p:spTree>
    <p:extLst>
      <p:ext uri="{BB962C8B-B14F-4D97-AF65-F5344CB8AC3E}">
        <p14:creationId xmlns:p14="http://schemas.microsoft.com/office/powerpoint/2010/main" val="14503035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{DD9632B3-A758-41B1-A17B-A7B706FBCD5C}TF6d5feb1e-e145-43f1-b745-cb4b54c5ee97bd0344da-5365f0786330</Template>
  <TotalTime>0</TotalTime>
  <Words>917</Words>
  <Application>Microsoft Office PowerPoint</Application>
  <PresentationFormat>Breedbeeld</PresentationFormat>
  <Paragraphs>85</Paragraphs>
  <Slides>8</Slides>
  <Notes>7</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8</vt:i4>
      </vt:variant>
    </vt:vector>
  </HeadingPairs>
  <TitlesOfParts>
    <vt:vector size="13" baseType="lpstr">
      <vt:lpstr>Aptos</vt:lpstr>
      <vt:lpstr>Arial</vt:lpstr>
      <vt:lpstr>Tw Cen MT</vt:lpstr>
      <vt:lpstr>Wingdings</vt:lpstr>
      <vt:lpstr>Circuit</vt:lpstr>
      <vt:lpstr>AI &amp; RobOTICS</vt:lpstr>
      <vt:lpstr>PowerPoint-presentatie</vt:lpstr>
      <vt:lpstr>PowerPoint-presentatie</vt:lpstr>
      <vt:lpstr>PowerPoint-presentatie</vt:lpstr>
      <vt:lpstr>PowerPoint-presentatie</vt:lpstr>
      <vt:lpstr>PowerPoint-presentatie</vt:lpstr>
      <vt:lpstr>PowerPoint-presentatie</vt:lpstr>
      <vt:lpstr>AI &amp; RobOTICS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Joke Kaptein</dc:creator>
  <cp:lastModifiedBy>Joke Kaptein</cp:lastModifiedBy>
  <cp:revision>3</cp:revision>
  <dcterms:created xsi:type="dcterms:W3CDTF">2026-03-14T10:23:50Z</dcterms:created>
  <dcterms:modified xsi:type="dcterms:W3CDTF">2026-03-14T12:08:57Z</dcterms:modified>
</cp:coreProperties>
</file>