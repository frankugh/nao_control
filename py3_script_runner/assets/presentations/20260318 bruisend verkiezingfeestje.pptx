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1"/>
  </p:notesMasterIdLst>
  <p:sldIdLst>
    <p:sldId id="256" r:id="rId2"/>
    <p:sldId id="374" r:id="rId3"/>
    <p:sldId id="372" r:id="rId4"/>
    <p:sldId id="1115" r:id="rId5"/>
    <p:sldId id="1117" r:id="rId6"/>
    <p:sldId id="1118" r:id="rId7"/>
    <p:sldId id="1114" r:id="rId8"/>
    <p:sldId id="1113" r:id="rId9"/>
    <p:sldId id="1116"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F99C55AA-B7CB-42B0-86F8-08522FDF87E8}">
        <p14:browseMode xmlns:p14="http://schemas.microsoft.com/office/powerpoint/2010/main" showStatus="0"/>
      </p:ex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520" autoAdjust="0"/>
    <p:restoredTop sz="36129" autoAdjust="0"/>
  </p:normalViewPr>
  <p:slideViewPr>
    <p:cSldViewPr snapToGrid="0">
      <p:cViewPr varScale="1">
        <p:scale>
          <a:sx n="30" d="100"/>
          <a:sy n="30" d="100"/>
        </p:scale>
        <p:origin x="2957"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2CE2A-CE70-44F2-9437-BDA1E6AB35BE}" type="datetimeFigureOut">
              <a:rPr lang="nl-NL" smtClean="0"/>
              <a:t>16-3-2026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E55D28-FF72-48A8-B7EB-9A715411DA2B}" type="slidenum">
              <a:rPr lang="nl-NL" smtClean="0"/>
              <a:t>‹nr.›</a:t>
            </a:fld>
            <a:endParaRPr lang="nl-NL"/>
          </a:p>
        </p:txBody>
      </p:sp>
    </p:spTree>
    <p:extLst>
      <p:ext uri="{BB962C8B-B14F-4D97-AF65-F5344CB8AC3E}">
        <p14:creationId xmlns:p14="http://schemas.microsoft.com/office/powerpoint/2010/main" val="949074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a:lnSpc>
                <a:spcPct val="110000"/>
              </a:lnSpc>
            </a:pPr>
            <a:r>
              <a:rPr lang="nl-NL" dirty="0"/>
              <a:t>Welkom bij het bruisende verkiezingsfeest</a:t>
            </a:r>
          </a:p>
          <a:p>
            <a:pPr>
              <a:lnSpc>
                <a:spcPct val="110000"/>
              </a:lnSpc>
            </a:pPr>
            <a:r>
              <a:rPr lang="nl-NL" dirty="0"/>
              <a:t>NAO loopt met Frank en wordt op de tafel gezet. Zegt dan “mooi zo kan ik het goed zien”:</a:t>
            </a:r>
          </a:p>
          <a:p>
            <a:pPr>
              <a:lnSpc>
                <a:spcPct val="110000"/>
              </a:lnSpc>
            </a:pPr>
            <a:r>
              <a:rPr lang="nl-NL" dirty="0"/>
              <a:t>En bedankt LHN voor de uitnodiging en dit leuke, mooie initiatief. We willen jullie vandaag graag iets vertellen over AI &amp; </a:t>
            </a:r>
            <a:r>
              <a:rPr lang="nl-NL" dirty="0" err="1"/>
              <a:t>Robotics</a:t>
            </a:r>
            <a:r>
              <a:rPr lang="nl-NL" dirty="0"/>
              <a:t>. De komende jaren zullen we als -maatschappij </a:t>
            </a:r>
            <a:r>
              <a:rPr lang="nl-NL" dirty="0" err="1"/>
              <a:t>MOETen</a:t>
            </a:r>
            <a:r>
              <a:rPr lang="nl-NL" dirty="0"/>
              <a:t> nadenken over de wijzigingen die op ons afkomen door </a:t>
            </a:r>
            <a:r>
              <a:rPr lang="nl-NL" dirty="0" err="1"/>
              <a:t>AI&amp;Robotics</a:t>
            </a:r>
            <a:r>
              <a:rPr lang="nl-NL" dirty="0"/>
              <a:t>. Wat kunnen we ermee? Waar gaat het ons helpen en wat kunnen we doen vanuit onze relaties, netwerken, verenigingen. Ook zal de politiek moeten nadenken over hun rol hierbij. Hoe moeten we het veilig oppakken/gebruiken? Maar ook de kansen benutten die door de inzet van </a:t>
            </a:r>
            <a:r>
              <a:rPr lang="nl-NL" dirty="0" err="1"/>
              <a:t>AI&amp;Robotics</a:t>
            </a:r>
            <a:r>
              <a:rPr lang="nl-NL" dirty="0"/>
              <a:t> ons daadwerkelijk verder kan helpen </a:t>
            </a:r>
          </a:p>
          <a:p>
            <a:pPr>
              <a:lnSpc>
                <a:spcPct val="110000"/>
              </a:lnSpc>
            </a:pPr>
            <a:r>
              <a:rPr lang="nl-NL" dirty="0"/>
              <a:t>Maar eerst willen we ons graag even voorstellen. Wij zijn Frank en joke kaptein. Vanuit ons familiebedrijf “Ready4AI&amp;Robotices &lt;intermezzo Alex; staat op en zegt “vergeten jullie mij niet? &gt; oh ja natuurlijk zeg iedereen maar even gedag en vertel jij dan eerst maar wie jij bent &lt;intermezzo </a:t>
            </a:r>
            <a:r>
              <a:rPr lang="nl-NL" dirty="0" err="1"/>
              <a:t>AleX</a:t>
            </a:r>
            <a:r>
              <a:rPr lang="nl-NL" dirty="0"/>
              <a:t>) Welkom bij het bruisende verkiezingsfeest. Mijn naam is Alex en ik ben een NAO robot. We willen jullie vandaag graag wat te vertellen over AI &amp; </a:t>
            </a:r>
            <a:r>
              <a:rPr lang="nl-NL" dirty="0" err="1"/>
              <a:t>Robotics</a:t>
            </a:r>
            <a:r>
              <a:rPr lang="nl-NL" dirty="0"/>
              <a:t> vooral samenwerken met jullie vind ik superleuk</a:t>
            </a:r>
          </a:p>
          <a:p>
            <a:pPr>
              <a:lnSpc>
                <a:spcPct val="110000"/>
              </a:lnSpc>
            </a:pPr>
            <a:r>
              <a:rPr lang="nl-NL" dirty="0"/>
              <a:t>Alex, Vertel nog even wat een NAO-robot is. De mensen weten dat denk ik niet &lt;intermezzo Alex)</a:t>
            </a:r>
          </a:p>
          <a:p>
            <a:pPr>
              <a:lnSpc>
                <a:spcPct val="110000"/>
              </a:lnSpc>
            </a:pPr>
            <a:endParaRPr lang="nl-NL" dirty="0"/>
          </a:p>
          <a:p>
            <a:pPr marL="0" marR="0" lvl="0" indent="0" algn="l" defTabSz="914400" rtl="0" eaLnBrk="1" fontAlgn="auto" latinLnBrk="0" hangingPunct="1">
              <a:lnSpc>
                <a:spcPct val="110000"/>
              </a:lnSpc>
              <a:spcBef>
                <a:spcPts val="0"/>
              </a:spcBef>
              <a:spcAft>
                <a:spcPts val="0"/>
              </a:spcAft>
              <a:buClrTx/>
              <a:buSzTx/>
              <a:buFontTx/>
              <a:buNone/>
              <a:tabLst/>
              <a:defRPr/>
            </a:pPr>
            <a:r>
              <a:rPr lang="nl-NL" dirty="0"/>
              <a:t>Alex (kijkt rond/kleur ogen misschien. Ik ben een NAO. Dat is een </a:t>
            </a:r>
            <a:r>
              <a:rPr lang="nl-NL" dirty="0" err="1"/>
              <a:t>humanoide</a:t>
            </a:r>
            <a:r>
              <a:rPr lang="nl-NL" dirty="0"/>
              <a:t> robot en ik ben gemaakt samen met duizenden van mijn vrienden om mensen te helpen, samen te leren. En…heel belangrijk ik hou ook van feestjes . Denk dat deze groep dat ook zal vinden en misschien hebben ze ook al honger en dorst ha, ha. </a:t>
            </a:r>
          </a:p>
          <a:p>
            <a:pPr>
              <a:lnSpc>
                <a:spcPct val="110000"/>
              </a:lnSpc>
            </a:pPr>
            <a:r>
              <a:rPr lang="nl-NL" dirty="0"/>
              <a:t>Wij zeggen: Het feest is straks maar laten we eerst even de mensen nog wat meer vertellen. </a:t>
            </a:r>
          </a:p>
          <a:p>
            <a:endParaRPr lang="nl-NL" dirty="0"/>
          </a:p>
        </p:txBody>
      </p:sp>
      <p:sp>
        <p:nvSpPr>
          <p:cNvPr id="4" name="Tijdelijke aanduiding voor dianummer 3"/>
          <p:cNvSpPr>
            <a:spLocks noGrp="1"/>
          </p:cNvSpPr>
          <p:nvPr>
            <p:ph type="sldNum" sz="quarter" idx="5"/>
          </p:nvPr>
        </p:nvSpPr>
        <p:spPr/>
        <p:txBody>
          <a:bodyPr/>
          <a:lstStyle/>
          <a:p>
            <a:fld id="{6DE55D28-FF72-48A8-B7EB-9A715411DA2B}" type="slidenum">
              <a:rPr lang="nl-NL" smtClean="0"/>
              <a:t>1</a:t>
            </a:fld>
            <a:endParaRPr lang="nl-NL"/>
          </a:p>
        </p:txBody>
      </p:sp>
    </p:spTree>
    <p:extLst>
      <p:ext uri="{BB962C8B-B14F-4D97-AF65-F5344CB8AC3E}">
        <p14:creationId xmlns:p14="http://schemas.microsoft.com/office/powerpoint/2010/main" val="30653201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7D414-C1AF-F73F-B99C-9C580843F7D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0E0B2D4-FE9B-912A-37E0-01DF045C7B4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4ACB9AE3-2925-D4FB-DFC7-89B465ED95B9}"/>
              </a:ext>
            </a:extLst>
          </p:cNvPr>
          <p:cNvSpPr>
            <a:spLocks noGrp="1"/>
          </p:cNvSpPr>
          <p:nvPr>
            <p:ph type="body" idx="1"/>
          </p:nvPr>
        </p:nvSpPr>
        <p:spPr/>
        <p:txBody>
          <a:bodyPr/>
          <a:lstStyle/>
          <a:p>
            <a:endParaRPr lang="nl-NL" dirty="0"/>
          </a:p>
          <a:p>
            <a:r>
              <a:rPr lang="nl-NL" dirty="0"/>
              <a:t>Stap 1 of Variant 2 indien </a:t>
            </a:r>
            <a:r>
              <a:rPr lang="nl-NL" dirty="0" err="1"/>
              <a:t>scripted</a:t>
            </a:r>
            <a:r>
              <a:rPr lang="nl-NL" dirty="0"/>
              <a:t> /regie . Wie van jullie gebruikt al AI?  NOTE; kan ook even als eerste stap/opwarmen met de zaal. </a:t>
            </a:r>
          </a:p>
          <a:p>
            <a:r>
              <a:rPr lang="nl-NL" dirty="0"/>
              <a:t>Herkennen jullie de aandachtspunten met AI. is het juist? Hoe kan ik het controleren? </a:t>
            </a:r>
          </a:p>
          <a:p>
            <a:r>
              <a:rPr lang="nl-NL" dirty="0"/>
              <a:t>Hebben jullie al gewerkt of zijn jullie al robots tegengekomen?</a:t>
            </a:r>
          </a:p>
          <a:p>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Variant 1 = samenvatting vragen aan de mensen wat ze willen weten, leren over AI en </a:t>
            </a:r>
            <a:r>
              <a:rPr lang="nl-NL" dirty="0" err="1"/>
              <a:t>Robotics</a:t>
            </a:r>
            <a:r>
              <a:rPr lang="nl-NL" dirty="0"/>
              <a:t>. NOTE korte introductie over hoe het werkt. Dus informatie wordt doorgestuurd naar een </a:t>
            </a:r>
            <a:r>
              <a:rPr lang="nl-NL" dirty="0" err="1"/>
              <a:t>cloudservice</a:t>
            </a:r>
            <a:r>
              <a:rPr lang="nl-NL" dirty="0"/>
              <a:t>/taalmodel. Alex kan op basis van een stukje voorbereiding “hij weet dat we iets gaan vragen over AI en </a:t>
            </a:r>
            <a:r>
              <a:rPr lang="nl-NL" dirty="0" err="1"/>
              <a:t>Robotics</a:t>
            </a:r>
            <a:r>
              <a:rPr lang="nl-NL" dirty="0"/>
              <a:t>” masterprompt antwoorden en ook een samenvatting geven van de door jullie geleverde informatie</a:t>
            </a:r>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Inventariseren (wel of niet met de microfoon naar de mensen of vertaling via Frank) Alex vat samen wat de vragen/punten zijn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Dialoog met de zaal =&gt; is dit een goede samenvatting? </a:t>
            </a:r>
          </a:p>
          <a:p>
            <a:endParaRPr lang="nl-NL" dirty="0"/>
          </a:p>
          <a:p>
            <a:endParaRPr lang="nl-NL" dirty="0"/>
          </a:p>
          <a:p>
            <a:endParaRPr lang="nl-NL" dirty="0"/>
          </a:p>
          <a:p>
            <a:r>
              <a:rPr lang="nl-NL" dirty="0"/>
              <a:t> </a:t>
            </a:r>
          </a:p>
        </p:txBody>
      </p:sp>
      <p:sp>
        <p:nvSpPr>
          <p:cNvPr id="4" name="Tijdelijke aanduiding voor dianummer 3">
            <a:extLst>
              <a:ext uri="{FF2B5EF4-FFF2-40B4-BE49-F238E27FC236}">
                <a16:creationId xmlns:a16="http://schemas.microsoft.com/office/drawing/2014/main" id="{C0F60FE6-17B7-3905-73BF-C42FA194338D}"/>
              </a:ext>
            </a:extLst>
          </p:cNvPr>
          <p:cNvSpPr>
            <a:spLocks noGrp="1"/>
          </p:cNvSpPr>
          <p:nvPr>
            <p:ph type="sldNum" sz="quarter" idx="5"/>
          </p:nvPr>
        </p:nvSpPr>
        <p:spPr/>
        <p:txBody>
          <a:bodyPr/>
          <a:lstStyle/>
          <a:p>
            <a:fld id="{6DE55D28-FF72-48A8-B7EB-9A715411DA2B}" type="slidenum">
              <a:rPr lang="nl-NL" smtClean="0"/>
              <a:t>2</a:t>
            </a:fld>
            <a:endParaRPr lang="nl-NL"/>
          </a:p>
        </p:txBody>
      </p:sp>
    </p:spTree>
    <p:extLst>
      <p:ext uri="{BB962C8B-B14F-4D97-AF65-F5344CB8AC3E}">
        <p14:creationId xmlns:p14="http://schemas.microsoft.com/office/powerpoint/2010/main" val="2230759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6DE55D28-FF72-48A8-B7EB-9A715411DA2B}" type="slidenum">
              <a:rPr lang="nl-NL" smtClean="0"/>
              <a:t>3</a:t>
            </a:fld>
            <a:endParaRPr lang="nl-NL"/>
          </a:p>
        </p:txBody>
      </p:sp>
    </p:spTree>
    <p:extLst>
      <p:ext uri="{BB962C8B-B14F-4D97-AF65-F5344CB8AC3E}">
        <p14:creationId xmlns:p14="http://schemas.microsoft.com/office/powerpoint/2010/main" val="6160963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1E6CC-1814-05E4-AE0A-9D8E41053756}"/>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F59E7BD-1B03-C521-AFF2-E26B4ACD65C3}"/>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5C307131-D65F-C0DB-DE1B-E18FCD8B67D0}"/>
              </a:ext>
            </a:extLst>
          </p:cNvPr>
          <p:cNvSpPr>
            <a:spLocks noGrp="1"/>
          </p:cNvSpPr>
          <p:nvPr>
            <p:ph type="body" idx="1"/>
          </p:nvPr>
        </p:nvSpPr>
        <p:spPr/>
        <p:txBody>
          <a:bodyPr/>
          <a:lstStyle/>
          <a:p>
            <a:r>
              <a:rPr lang="nl-NL" dirty="0"/>
              <a:t>Alex intermezzo na toelichting; zegt ah daar zie ik mijn vriend </a:t>
            </a:r>
            <a:r>
              <a:rPr lang="nl-NL" dirty="0" err="1"/>
              <a:t>Paro</a:t>
            </a:r>
            <a:r>
              <a:rPr lang="nl-NL" dirty="0"/>
              <a:t>. Hij bedoelt het heel goed maar het is ook nodig dat er mensen zijn</a:t>
            </a:r>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Alex Intermezzo;; ik heb het soms ook wel moeilijk want gebruik van biometrie is verbodens  emoties lezen mag niet van de AI-act. Biometrie is verboden. Ik vind dat soms best moeilijk als ik met een kind aan het leren ben en ze verdrietig zijn dat iets niet lukt. Aangeven dat Alex minder geschikt is dan zijn vrienden de robotarmen die in bijvoorbeeld een vrachtwagenfabriek helpen bij montage of in gevaarlijke omgevingen zodat de mensen er niet hoeven te komen</a:t>
            </a:r>
          </a:p>
          <a:p>
            <a:endParaRPr lang="nl-NL" dirty="0"/>
          </a:p>
        </p:txBody>
      </p:sp>
      <p:sp>
        <p:nvSpPr>
          <p:cNvPr id="4" name="Tijdelijke aanduiding voor dianummer 3">
            <a:extLst>
              <a:ext uri="{FF2B5EF4-FFF2-40B4-BE49-F238E27FC236}">
                <a16:creationId xmlns:a16="http://schemas.microsoft.com/office/drawing/2014/main" id="{4C52FD91-6BB4-F2B5-B3A8-AA82D57C1D0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DE55D28-FF72-48A8-B7EB-9A715411DA2B}" type="slidenum">
              <a:rPr kumimoji="0" lang="nl-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574523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F487C-70B5-AAF6-A2CD-CC75791D7AC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583D33D-C593-B878-7BB9-49BDC7AD9F83}"/>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BD76863-A520-F862-02D9-F52959D385FD}"/>
              </a:ext>
            </a:extLst>
          </p:cNvPr>
          <p:cNvSpPr>
            <a:spLocks noGrp="1"/>
          </p:cNvSpPr>
          <p:nvPr>
            <p:ph type="body" idx="1"/>
          </p:nvPr>
        </p:nvSpPr>
        <p:spPr/>
        <p:txBody>
          <a:bodyPr/>
          <a:lstStyle/>
          <a:p>
            <a:r>
              <a:rPr lang="nl-NL" dirty="0"/>
              <a:t>Alex intermezzo; kijk nu gaan we echt aan de slag. Box of high five</a:t>
            </a:r>
          </a:p>
          <a:p>
            <a:r>
              <a:rPr lang="nl-NL" dirty="0"/>
              <a:t>Creativiteit, innovatie, nieuwe </a:t>
            </a:r>
            <a:r>
              <a:rPr lang="nl-NL" dirty="0" err="1"/>
              <a:t>ideeen</a:t>
            </a:r>
            <a:r>
              <a:rPr lang="nl-NL" dirty="0"/>
              <a:t>, dromen en besluitvorming</a:t>
            </a:r>
          </a:p>
          <a:p>
            <a:endParaRPr lang="nl-NL" dirty="0"/>
          </a:p>
        </p:txBody>
      </p:sp>
      <p:sp>
        <p:nvSpPr>
          <p:cNvPr id="4" name="Tijdelijke aanduiding voor dianummer 3">
            <a:extLst>
              <a:ext uri="{FF2B5EF4-FFF2-40B4-BE49-F238E27FC236}">
                <a16:creationId xmlns:a16="http://schemas.microsoft.com/office/drawing/2014/main" id="{A14E3813-617D-F839-1FA7-F266583BCDB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DE55D28-FF72-48A8-B7EB-9A715411DA2B}" type="slidenum">
              <a:rPr kumimoji="0" lang="nl-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nl-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983427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8663D-20C8-4FBF-CF19-9CAD3CE2E93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7C821BCC-9B24-E594-11D9-59255EFF73E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5BF3C40A-2882-E353-7DF7-218158667836}"/>
              </a:ext>
            </a:extLst>
          </p:cNvPr>
          <p:cNvSpPr>
            <a:spLocks noGrp="1"/>
          </p:cNvSpPr>
          <p:nvPr>
            <p:ph type="body" idx="1"/>
          </p:nvPr>
        </p:nvSpPr>
        <p:spPr/>
        <p:txBody>
          <a:bodyPr/>
          <a:lstStyle/>
          <a:p>
            <a:r>
              <a:rPr lang="nl-NL" dirty="0"/>
              <a:t>Alex: oh ja vraag maar eens of de mensen weten hoeveel het kost als je “dankjewel zegt tegen Chat GPT” moet de tekst omzetten in tokens. AI moet rekenen GPU, en een antwoord terug geven 0,3 W/per uur elektriciteit en 0,3 water per keer valt het erg mee maar door de hoeveelheid toch oplopend. </a:t>
            </a:r>
            <a:r>
              <a:rPr lang="nl-NL" dirty="0" err="1"/>
              <a:t>Please</a:t>
            </a:r>
            <a:r>
              <a:rPr lang="nl-NL" dirty="0"/>
              <a:t> and </a:t>
            </a:r>
            <a:r>
              <a:rPr lang="nl-NL" dirty="0" err="1"/>
              <a:t>thankyou</a:t>
            </a:r>
            <a:r>
              <a:rPr lang="nl-NL" dirty="0"/>
              <a:t> wereldwijd kost </a:t>
            </a:r>
            <a:r>
              <a:rPr lang="nl-NL" dirty="0" err="1"/>
              <a:t>miljoe</a:t>
            </a:r>
            <a:endParaRPr lang="nl-NL" dirty="0"/>
          </a:p>
          <a:p>
            <a:endParaRPr lang="nl-NL" dirty="0"/>
          </a:p>
          <a:p>
            <a:r>
              <a:rPr lang="nl-NL" dirty="0"/>
              <a:t>Alex: Ja AI kost veel stroom en water. </a:t>
            </a:r>
            <a:r>
              <a:rPr lang="nl-NL"/>
              <a:t>Het is heel belangrijk dat we ook innovatieve oplossingen vinden om dat efficiënter te doen.</a:t>
            </a:r>
            <a:endParaRPr lang="nl-NL" dirty="0"/>
          </a:p>
        </p:txBody>
      </p:sp>
      <p:sp>
        <p:nvSpPr>
          <p:cNvPr id="4" name="Tijdelijke aanduiding voor dianummer 3">
            <a:extLst>
              <a:ext uri="{FF2B5EF4-FFF2-40B4-BE49-F238E27FC236}">
                <a16:creationId xmlns:a16="http://schemas.microsoft.com/office/drawing/2014/main" id="{F74514D9-9777-16E3-992D-D9CFDEF8019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DE55D28-FF72-48A8-B7EB-9A715411DA2B}" type="slidenum">
              <a:rPr kumimoji="0" lang="nl-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nl-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077802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F524B-D457-5477-FDB4-D3E95143685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B024DE0B-A642-205A-90BE-B86EE58839C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409897E9-D76D-6520-0067-5AC426B298CF}"/>
              </a:ext>
            </a:extLst>
          </p:cNvPr>
          <p:cNvSpPr>
            <a:spLocks noGrp="1"/>
          </p:cNvSpPr>
          <p:nvPr>
            <p:ph type="body" idx="1"/>
          </p:nvPr>
        </p:nvSpPr>
        <p:spPr/>
        <p:txBody>
          <a:bodyPr/>
          <a:lstStyle/>
          <a:p>
            <a:r>
              <a:rPr lang="nl-NL" dirty="0"/>
              <a:t>Intermezzo Alex: Hey Joke en Frank.. Dat gaan we dus mooi samen oppakken OK? Maar is het zo goed? Ik heb zin in het feestje en ik denk dat alle mensen dat ook een goed idee vinden. </a:t>
            </a:r>
          </a:p>
          <a:p>
            <a:r>
              <a:rPr lang="nl-NL" dirty="0"/>
              <a:t>Wij “ok zullen we dan starten met een dans? </a:t>
            </a:r>
          </a:p>
          <a:p>
            <a:r>
              <a:rPr lang="nl-NL" dirty="0"/>
              <a:t>Alex “dansen goed idee =&gt; Happy </a:t>
            </a:r>
          </a:p>
          <a:p>
            <a:r>
              <a:rPr lang="nl-NL" dirty="0"/>
              <a:t>Na happy iedereen bedanken voor de aandacht, goede </a:t>
            </a:r>
          </a:p>
        </p:txBody>
      </p:sp>
      <p:sp>
        <p:nvSpPr>
          <p:cNvPr id="4" name="Tijdelijke aanduiding voor dianummer 3">
            <a:extLst>
              <a:ext uri="{FF2B5EF4-FFF2-40B4-BE49-F238E27FC236}">
                <a16:creationId xmlns:a16="http://schemas.microsoft.com/office/drawing/2014/main" id="{17A1CEEB-091E-4C3E-2600-DED6B9ABD4F0}"/>
              </a:ext>
            </a:extLst>
          </p:cNvPr>
          <p:cNvSpPr>
            <a:spLocks noGrp="1"/>
          </p:cNvSpPr>
          <p:nvPr>
            <p:ph type="sldNum" sz="quarter" idx="5"/>
          </p:nvPr>
        </p:nvSpPr>
        <p:spPr/>
        <p:txBody>
          <a:bodyPr/>
          <a:lstStyle/>
          <a:p>
            <a:fld id="{6DE55D28-FF72-48A8-B7EB-9A715411DA2B}" type="slidenum">
              <a:rPr lang="nl-NL" smtClean="0"/>
              <a:t>7</a:t>
            </a:fld>
            <a:endParaRPr lang="nl-NL"/>
          </a:p>
        </p:txBody>
      </p:sp>
    </p:spTree>
    <p:extLst>
      <p:ext uri="{BB962C8B-B14F-4D97-AF65-F5344CB8AC3E}">
        <p14:creationId xmlns:p14="http://schemas.microsoft.com/office/powerpoint/2010/main" val="32482520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F9D02-58CF-72D7-0126-E78C26AAAF8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1DAFEFD-6C74-B6EE-4FEB-2111A82C3D3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BDAE7CF-4022-FE98-21C3-D807DD57DD1A}"/>
              </a:ext>
            </a:extLst>
          </p:cNvPr>
          <p:cNvSpPr>
            <a:spLocks noGrp="1"/>
          </p:cNvSpPr>
          <p:nvPr>
            <p:ph type="body" idx="1"/>
          </p:nvPr>
        </p:nvSpPr>
        <p:spPr/>
        <p:txBody>
          <a:bodyPr/>
          <a:lstStyle/>
          <a:p>
            <a:r>
              <a:rPr lang="nl-NL" dirty="0"/>
              <a:t>Toelichting bij </a:t>
            </a:r>
            <a:r>
              <a:rPr lang="nl-NL" dirty="0" err="1"/>
              <a:t>deAlex</a:t>
            </a:r>
            <a:r>
              <a:rPr lang="nl-NL" dirty="0"/>
              <a:t> staat op en zegt; oh ja zorgrobots dan moet ik gelijk denken aan PARO? </a:t>
            </a:r>
          </a:p>
          <a:p>
            <a:endParaRPr lang="nl-NL" dirty="0"/>
          </a:p>
          <a:p>
            <a:r>
              <a:rPr lang="nl-NL" dirty="0"/>
              <a:t> </a:t>
            </a:r>
          </a:p>
        </p:txBody>
      </p:sp>
      <p:sp>
        <p:nvSpPr>
          <p:cNvPr id="4" name="Tijdelijke aanduiding voor dianummer 3">
            <a:extLst>
              <a:ext uri="{FF2B5EF4-FFF2-40B4-BE49-F238E27FC236}">
                <a16:creationId xmlns:a16="http://schemas.microsoft.com/office/drawing/2014/main" id="{0DBE9DC3-17F9-8D76-5DF6-A333196F79B2}"/>
              </a:ext>
            </a:extLst>
          </p:cNvPr>
          <p:cNvSpPr>
            <a:spLocks noGrp="1"/>
          </p:cNvSpPr>
          <p:nvPr>
            <p:ph type="sldNum" sz="quarter" idx="5"/>
          </p:nvPr>
        </p:nvSpPr>
        <p:spPr/>
        <p:txBody>
          <a:bodyPr/>
          <a:lstStyle/>
          <a:p>
            <a:fld id="{6DE55D28-FF72-48A8-B7EB-9A715411DA2B}" type="slidenum">
              <a:rPr lang="nl-NL" smtClean="0"/>
              <a:t>8</a:t>
            </a:fld>
            <a:endParaRPr lang="nl-NL"/>
          </a:p>
        </p:txBody>
      </p:sp>
    </p:spTree>
    <p:extLst>
      <p:ext uri="{BB962C8B-B14F-4D97-AF65-F5344CB8AC3E}">
        <p14:creationId xmlns:p14="http://schemas.microsoft.com/office/powerpoint/2010/main" val="4012517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31F05-6DD1-A685-40BE-565C76A579E5}"/>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9EFD2C8-664F-C8D1-4B9E-7CBCAEF7A46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7A3A884-D00A-FA25-E23F-89FA2BE2ADBA}"/>
              </a:ext>
            </a:extLst>
          </p:cNvPr>
          <p:cNvSpPr>
            <a:spLocks noGrp="1"/>
          </p:cNvSpPr>
          <p:nvPr>
            <p:ph type="body" idx="1"/>
          </p:nvPr>
        </p:nvSpPr>
        <p:spPr/>
        <p:txBody>
          <a:bodyPr/>
          <a:lstStyle/>
          <a:p>
            <a:r>
              <a:rPr lang="nl-NL" dirty="0"/>
              <a:t>Alex staat op en zegt; kijk maar Joke en Frank dit is niet alleen een leuke groep mensen. Ze werken ook al met ons. Goed van jullie. Laten we een box of high five geven aan jullie. </a:t>
            </a:r>
          </a:p>
          <a:p>
            <a:endParaRPr lang="nl-NL" dirty="0"/>
          </a:p>
          <a:p>
            <a:r>
              <a:rPr lang="nl-NL" dirty="0"/>
              <a:t> </a:t>
            </a:r>
          </a:p>
        </p:txBody>
      </p:sp>
      <p:sp>
        <p:nvSpPr>
          <p:cNvPr id="4" name="Tijdelijke aanduiding voor dianummer 3">
            <a:extLst>
              <a:ext uri="{FF2B5EF4-FFF2-40B4-BE49-F238E27FC236}">
                <a16:creationId xmlns:a16="http://schemas.microsoft.com/office/drawing/2014/main" id="{BFD7BA2A-F9C3-64BF-44A6-BC160E587C1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DE55D28-FF72-48A8-B7EB-9A715411DA2B}" type="slidenum">
              <a:rPr kumimoji="0" lang="nl-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895647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nl-NL"/>
              <a:t>Klik om stijl te bewerken</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3/16/2026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‹nr.›</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stijl te bewerken</a:t>
            </a:r>
            <a:endParaRPr lang="en-US" dirty="0"/>
          </a:p>
        </p:txBody>
      </p:sp>
      <p:sp>
        <p:nvSpPr>
          <p:cNvPr id="3" name="Content Placeholder 2"/>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nl-NL"/>
              <a:t>Klik om stijl te bewerken</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a:t>Klikken om de tekststijl van het model te bewerken</a:t>
            </a:r>
          </a:p>
        </p:txBody>
      </p:sp>
      <p:sp>
        <p:nvSpPr>
          <p:cNvPr id="4" name="Date Placeholder 3"/>
          <p:cNvSpPr>
            <a:spLocks noGrp="1"/>
          </p:cNvSpPr>
          <p:nvPr>
            <p:ph type="dt" sz="half" idx="10"/>
          </p:nvPr>
        </p:nvSpPr>
        <p:spPr/>
        <p:txBody>
          <a:bodyPr/>
          <a:lstStyle/>
          <a:p>
            <a:fld id="{48A87A34-81AB-432B-8DAE-1953F412C126}" type="datetimeFigureOut">
              <a:rPr lang="en-US" dirty="0"/>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stijl te bewerken</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nl-NL"/>
              <a:t>Klik om stijl te bewerken</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Content Placeholder 3"/>
          <p:cNvSpPr>
            <a:spLocks noGrp="1"/>
          </p:cNvSpPr>
          <p:nvPr>
            <p:ph sz="half" idx="2"/>
          </p:nvPr>
        </p:nvSpPr>
        <p:spPr>
          <a:xfrm>
            <a:off x="1141410" y="3073397"/>
            <a:ext cx="4878391" cy="2717801"/>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Content Placeholder 5"/>
          <p:cNvSpPr>
            <a:spLocks noGrp="1"/>
          </p:cNvSpPr>
          <p:nvPr>
            <p:ph sz="quarter" idx="4"/>
          </p:nvPr>
        </p:nvSpPr>
        <p:spPr>
          <a:xfrm>
            <a:off x="6172200" y="3073397"/>
            <a:ext cx="4875210" cy="2717801"/>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3/16/2026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stijl te bewerken</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3/16/2026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3/16/2026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nl-NL"/>
              <a:t>Klik om stijl te bewerken</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nl-NL"/>
              <a:t>Klik om stijl te bewerken</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nl-NL"/>
              <a:t>Klik op het pictogram als u een afbeelding wilt toevoegen</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sche afbeelding met bijschrift">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nl-NL"/>
              <a:t>Klik om stijl te bewerken</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nl-NL"/>
              <a:t>Klik op het pictogram als u een afbeelding wilt toevoegen</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el en bijschrift">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nl-NL"/>
              <a:t>Klik om stijl te bewerken</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eraat met bijschrift">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nl-NL"/>
              <a:t>Klik om stijl te bewerken</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amkaartj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nl-NL"/>
              <a:t>Klik om stijl te bewerken</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Date Placeholder 4"/>
          <p:cNvSpPr>
            <a:spLocks noGrp="1"/>
          </p:cNvSpPr>
          <p:nvPr>
            <p:ph type="dt" sz="half" idx="10"/>
          </p:nvPr>
        </p:nvSpPr>
        <p:spPr/>
        <p:txBody>
          <a:bodyPr/>
          <a:lstStyle/>
          <a:p>
            <a:fld id="{48A87A34-81AB-432B-8DAE-1953F412C126}" type="datetimeFigureOut">
              <a:rPr lang="en-US" dirty="0"/>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kolomme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nl-NL"/>
              <a:t>Klik om stijl te bewerken</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nl-NL"/>
              <a:t>Klikken om de tekststijl van het model te bewerken</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nl-NL"/>
              <a:t>Klikken om de tekststijl van het model te bewerken</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nl-NL"/>
              <a:t>Klikken om de tekststijl van het model te bewerken</a:t>
            </a:r>
          </a:p>
        </p:txBody>
      </p:sp>
      <p:sp>
        <p:nvSpPr>
          <p:cNvPr id="3" name="Date Placeholder 2"/>
          <p:cNvSpPr>
            <a:spLocks noGrp="1"/>
          </p:cNvSpPr>
          <p:nvPr>
            <p:ph type="dt" sz="half" idx="10"/>
          </p:nvPr>
        </p:nvSpPr>
        <p:spPr/>
        <p:txBody>
          <a:bodyPr/>
          <a:lstStyle/>
          <a:p>
            <a:fld id="{48A87A34-81AB-432B-8DAE-1953F412C126}" type="datetimeFigureOut">
              <a:rPr lang="en-US" dirty="0"/>
              <a:t>3/16/2026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Afbeelding-kolom">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nl-NL"/>
              <a:t>Klik om stijl te bewerken</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nl-NL"/>
              <a:t>Klik op het pictogram als u een afbeelding wilt toevoegen</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nl-NL"/>
              <a:t>Klikken om de tekststijl van het model te bewerken</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nl-NL"/>
              <a:t>Klik op het pictogram als u een afbeelding wilt toevoegen</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nl-NL"/>
              <a:t>Klikken om de tekststijl van het model te bewerken</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nl-NL"/>
              <a:t>Klik op het pictogram als u een afbeelding wilt toevoegen</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nl-NL"/>
              <a:t>Klikken om de tekststijl van het model te bewerken</a:t>
            </a:r>
          </a:p>
        </p:txBody>
      </p:sp>
      <p:sp>
        <p:nvSpPr>
          <p:cNvPr id="3" name="Date Placeholder 2"/>
          <p:cNvSpPr>
            <a:spLocks noGrp="1"/>
          </p:cNvSpPr>
          <p:nvPr>
            <p:ph type="dt" sz="half" idx="10"/>
          </p:nvPr>
        </p:nvSpPr>
        <p:spPr/>
        <p:txBody>
          <a:bodyPr/>
          <a:lstStyle/>
          <a:p>
            <a:fld id="{48A87A34-81AB-432B-8DAE-1953F412C126}" type="datetimeFigureOut">
              <a:rPr lang="en-US" dirty="0"/>
              <a:t>3/16/2026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stijl te bewerken</a:t>
            </a:r>
            <a:endParaRPr lang="en-US" dirty="0"/>
          </a:p>
        </p:txBody>
      </p:sp>
      <p:sp>
        <p:nvSpPr>
          <p:cNvPr id="3" name="Vertical Text Placeholder 2"/>
          <p:cNvSpPr>
            <a:spLocks noGrp="1"/>
          </p:cNvSpPr>
          <p:nvPr>
            <p:ph type="body" orient="vert" idx="1"/>
          </p:nvPr>
        </p:nvSpPr>
        <p:spPr/>
        <p:txBody>
          <a:bodyPr vert="eaVert" ancho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nl-NL"/>
              <a:t>Klik om stijl te bewerken</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‹nr.›</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alphaModFix amt="18000"/>
            <a:duotone>
              <a:schemeClr val="bg2">
                <a:shade val="88000"/>
                <a:hueMod val="106000"/>
                <a:satMod val="140000"/>
                <a:lumMod val="54000"/>
              </a:schemeClr>
              <a:schemeClr val="bg2">
                <a:tint val="98000"/>
                <a:hueMod val="90000"/>
                <a:satMod val="150000"/>
                <a:lumMod val="160000"/>
              </a:schemeClr>
            </a:duotone>
            <a:lum/>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0">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nl-NL"/>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nl-NL"/>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nl-NL"/>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3/16/2026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‹nr.›</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jpe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4106153-7990-4956-BD26-A04A030064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pic>
        <p:nvPicPr>
          <p:cNvPr id="12" name="Picture 2">
            <a:extLst>
              <a:ext uri="{FF2B5EF4-FFF2-40B4-BE49-F238E27FC236}">
                <a16:creationId xmlns:a16="http://schemas.microsoft.com/office/drawing/2014/main" id="{BDEA11A5-20BA-4650-A324-47C0465FF5A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14" name="Group 13">
            <a:extLst>
              <a:ext uri="{FF2B5EF4-FFF2-40B4-BE49-F238E27FC236}">
                <a16:creationId xmlns:a16="http://schemas.microsoft.com/office/drawing/2014/main" id="{866FCB64-0A37-46EB-8A9B-EC0C4C000A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15" name="Rectangle 5">
              <a:extLst>
                <a:ext uri="{FF2B5EF4-FFF2-40B4-BE49-F238E27FC236}">
                  <a16:creationId xmlns:a16="http://schemas.microsoft.com/office/drawing/2014/main" id="{8A162E18-5BEB-4E42-9B10-A1FDF6A0B8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16" name="Freeform 6">
              <a:extLst>
                <a:ext uri="{FF2B5EF4-FFF2-40B4-BE49-F238E27FC236}">
                  <a16:creationId xmlns:a16="http://schemas.microsoft.com/office/drawing/2014/main" id="{7BB781C9-EC32-45FE-ACE7-C24F128C4C8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7" name="Freeform 7">
              <a:extLst>
                <a:ext uri="{FF2B5EF4-FFF2-40B4-BE49-F238E27FC236}">
                  <a16:creationId xmlns:a16="http://schemas.microsoft.com/office/drawing/2014/main" id="{927C5647-36E8-4A20-86D4-47831D50CF9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 name="Rectangle 8">
              <a:extLst>
                <a:ext uri="{FF2B5EF4-FFF2-40B4-BE49-F238E27FC236}">
                  <a16:creationId xmlns:a16="http://schemas.microsoft.com/office/drawing/2014/main" id="{62F2AF20-CBBE-4249-B9E2-D6B30191CF8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19" name="Freeform 9">
              <a:extLst>
                <a:ext uri="{FF2B5EF4-FFF2-40B4-BE49-F238E27FC236}">
                  <a16:creationId xmlns:a16="http://schemas.microsoft.com/office/drawing/2014/main" id="{731C1229-F8A7-4B36-A52B-98A65EF869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 name="Freeform 10">
              <a:extLst>
                <a:ext uri="{FF2B5EF4-FFF2-40B4-BE49-F238E27FC236}">
                  <a16:creationId xmlns:a16="http://schemas.microsoft.com/office/drawing/2014/main" id="{609AC686-2DBB-4D82-866C-9FF222BDDF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 name="Freeform 11">
              <a:extLst>
                <a:ext uri="{FF2B5EF4-FFF2-40B4-BE49-F238E27FC236}">
                  <a16:creationId xmlns:a16="http://schemas.microsoft.com/office/drawing/2014/main" id="{F899E6EB-BCDD-45D2-BF4B-9CA3A27984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2" name="Freeform 12">
              <a:extLst>
                <a:ext uri="{FF2B5EF4-FFF2-40B4-BE49-F238E27FC236}">
                  <a16:creationId xmlns:a16="http://schemas.microsoft.com/office/drawing/2014/main" id="{BBD3AAC8-2330-4FAB-8E31-3D50AD954F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3" name="Freeform 13">
              <a:extLst>
                <a:ext uri="{FF2B5EF4-FFF2-40B4-BE49-F238E27FC236}">
                  <a16:creationId xmlns:a16="http://schemas.microsoft.com/office/drawing/2014/main" id="{6B54F723-A70A-4865-A560-7850498A1B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4" name="Freeform 14">
              <a:extLst>
                <a:ext uri="{FF2B5EF4-FFF2-40B4-BE49-F238E27FC236}">
                  <a16:creationId xmlns:a16="http://schemas.microsoft.com/office/drawing/2014/main" id="{9B911CCD-C9A2-4DC8-A278-3C6FD76A76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5" name="Freeform 15">
              <a:extLst>
                <a:ext uri="{FF2B5EF4-FFF2-40B4-BE49-F238E27FC236}">
                  <a16:creationId xmlns:a16="http://schemas.microsoft.com/office/drawing/2014/main" id="{D559B729-03FB-435D-89BF-AF57A801B37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6" name="Freeform 16">
              <a:extLst>
                <a:ext uri="{FF2B5EF4-FFF2-40B4-BE49-F238E27FC236}">
                  <a16:creationId xmlns:a16="http://schemas.microsoft.com/office/drawing/2014/main" id="{D1C90213-0F60-4268-BE48-8221E616149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7" name="Freeform 17">
              <a:extLst>
                <a:ext uri="{FF2B5EF4-FFF2-40B4-BE49-F238E27FC236}">
                  <a16:creationId xmlns:a16="http://schemas.microsoft.com/office/drawing/2014/main" id="{A7A6A293-A06F-48B8-865A-3F65287B85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8" name="Freeform 18">
              <a:extLst>
                <a:ext uri="{FF2B5EF4-FFF2-40B4-BE49-F238E27FC236}">
                  <a16:creationId xmlns:a16="http://schemas.microsoft.com/office/drawing/2014/main" id="{8F6861B5-AAA4-4017-929E-1FD1CA106C8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9" name="Freeform 19">
              <a:extLst>
                <a:ext uri="{FF2B5EF4-FFF2-40B4-BE49-F238E27FC236}">
                  <a16:creationId xmlns:a16="http://schemas.microsoft.com/office/drawing/2014/main" id="{D776D07C-2081-4DD3-A464-40F3CA41A3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0" name="Freeform 20">
              <a:extLst>
                <a:ext uri="{FF2B5EF4-FFF2-40B4-BE49-F238E27FC236}">
                  <a16:creationId xmlns:a16="http://schemas.microsoft.com/office/drawing/2014/main" id="{BBC236D6-77E5-4B3C-92D7-D708B237DB5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1" name="Freeform 21">
              <a:extLst>
                <a:ext uri="{FF2B5EF4-FFF2-40B4-BE49-F238E27FC236}">
                  <a16:creationId xmlns:a16="http://schemas.microsoft.com/office/drawing/2014/main" id="{8064714E-7ADE-4BD9-8981-34C135762C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2" name="Freeform 22">
              <a:extLst>
                <a:ext uri="{FF2B5EF4-FFF2-40B4-BE49-F238E27FC236}">
                  <a16:creationId xmlns:a16="http://schemas.microsoft.com/office/drawing/2014/main" id="{2FD1F23F-B1EE-46F5-B460-924E54A70D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3" name="Freeform 23">
              <a:extLst>
                <a:ext uri="{FF2B5EF4-FFF2-40B4-BE49-F238E27FC236}">
                  <a16:creationId xmlns:a16="http://schemas.microsoft.com/office/drawing/2014/main" id="{9699361A-3AFF-4826-B99C-0354EAB079A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4" name="Freeform 24">
              <a:extLst>
                <a:ext uri="{FF2B5EF4-FFF2-40B4-BE49-F238E27FC236}">
                  <a16:creationId xmlns:a16="http://schemas.microsoft.com/office/drawing/2014/main" id="{B272F7B1-7BE2-4FC9-BB91-207EFD9E65F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5" name="Freeform 25">
              <a:extLst>
                <a:ext uri="{FF2B5EF4-FFF2-40B4-BE49-F238E27FC236}">
                  <a16:creationId xmlns:a16="http://schemas.microsoft.com/office/drawing/2014/main" id="{CDE59C1F-AFD9-4DD5-B04A-9EB2AAED5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6" name="Freeform 26">
              <a:extLst>
                <a:ext uri="{FF2B5EF4-FFF2-40B4-BE49-F238E27FC236}">
                  <a16:creationId xmlns:a16="http://schemas.microsoft.com/office/drawing/2014/main" id="{1551E418-6CD4-4320-8224-F084039C53E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7" name="Freeform 27">
              <a:extLst>
                <a:ext uri="{FF2B5EF4-FFF2-40B4-BE49-F238E27FC236}">
                  <a16:creationId xmlns:a16="http://schemas.microsoft.com/office/drawing/2014/main" id="{1F27D4B1-EBD4-4BC9-AC2E-3AD616C847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9" name="Freeform 28">
              <a:extLst>
                <a:ext uri="{FF2B5EF4-FFF2-40B4-BE49-F238E27FC236}">
                  <a16:creationId xmlns:a16="http://schemas.microsoft.com/office/drawing/2014/main" id="{C42B8D84-898A-4F76-A0F2-5699ED72BC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9" name="Freeform 29">
              <a:extLst>
                <a:ext uri="{FF2B5EF4-FFF2-40B4-BE49-F238E27FC236}">
                  <a16:creationId xmlns:a16="http://schemas.microsoft.com/office/drawing/2014/main" id="{B440932E-7985-4BA6-9899-F22A64485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0" name="Freeform 30">
              <a:extLst>
                <a:ext uri="{FF2B5EF4-FFF2-40B4-BE49-F238E27FC236}">
                  <a16:creationId xmlns:a16="http://schemas.microsoft.com/office/drawing/2014/main" id="{4B8CE969-CA1A-48CB-8588-4146F41F33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1" name="Freeform 31">
              <a:extLst>
                <a:ext uri="{FF2B5EF4-FFF2-40B4-BE49-F238E27FC236}">
                  <a16:creationId xmlns:a16="http://schemas.microsoft.com/office/drawing/2014/main" id="{138A4875-4593-4894-89D5-DFCFF0EED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2" name="Freeform 32">
              <a:extLst>
                <a:ext uri="{FF2B5EF4-FFF2-40B4-BE49-F238E27FC236}">
                  <a16:creationId xmlns:a16="http://schemas.microsoft.com/office/drawing/2014/main" id="{F079F26B-58E4-494E-A8BA-3F054F1F3BB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3" name="Rectangle 33">
              <a:extLst>
                <a:ext uri="{FF2B5EF4-FFF2-40B4-BE49-F238E27FC236}">
                  <a16:creationId xmlns:a16="http://schemas.microsoft.com/office/drawing/2014/main" id="{04C9ECC5-BB4A-4417-B874-B75953F84F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44" name="Freeform 34">
              <a:extLst>
                <a:ext uri="{FF2B5EF4-FFF2-40B4-BE49-F238E27FC236}">
                  <a16:creationId xmlns:a16="http://schemas.microsoft.com/office/drawing/2014/main" id="{4CCCF285-B51D-4A2F-8384-830A391711B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5" name="Freeform 35">
              <a:extLst>
                <a:ext uri="{FF2B5EF4-FFF2-40B4-BE49-F238E27FC236}">
                  <a16:creationId xmlns:a16="http://schemas.microsoft.com/office/drawing/2014/main" id="{BD6C6299-A09A-47DF-8A96-69D39FCA5A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6" name="Freeform 36">
              <a:extLst>
                <a:ext uri="{FF2B5EF4-FFF2-40B4-BE49-F238E27FC236}">
                  <a16:creationId xmlns:a16="http://schemas.microsoft.com/office/drawing/2014/main" id="{EE60C4B9-C404-42CD-8E94-70D4DC16AB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7" name="Freeform 37">
              <a:extLst>
                <a:ext uri="{FF2B5EF4-FFF2-40B4-BE49-F238E27FC236}">
                  <a16:creationId xmlns:a16="http://schemas.microsoft.com/office/drawing/2014/main" id="{52BD4447-C1EB-4798-8764-AB93EA93033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8" name="Freeform 38">
              <a:extLst>
                <a:ext uri="{FF2B5EF4-FFF2-40B4-BE49-F238E27FC236}">
                  <a16:creationId xmlns:a16="http://schemas.microsoft.com/office/drawing/2014/main" id="{50411559-C414-4F7C-BC6C-69F87BC9C7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9" name="Freeform 39">
              <a:extLst>
                <a:ext uri="{FF2B5EF4-FFF2-40B4-BE49-F238E27FC236}">
                  <a16:creationId xmlns:a16="http://schemas.microsoft.com/office/drawing/2014/main" id="{64737770-BB27-41C0-95CB-5290545086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0" name="Freeform 40">
              <a:extLst>
                <a:ext uri="{FF2B5EF4-FFF2-40B4-BE49-F238E27FC236}">
                  <a16:creationId xmlns:a16="http://schemas.microsoft.com/office/drawing/2014/main" id="{28929FDB-16CF-4165-B32A-EB673EFB7CB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1" name="Freeform 41">
              <a:extLst>
                <a:ext uri="{FF2B5EF4-FFF2-40B4-BE49-F238E27FC236}">
                  <a16:creationId xmlns:a16="http://schemas.microsoft.com/office/drawing/2014/main" id="{D8C82883-237C-4209-9545-E832FEE3A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2" name="Freeform 42">
              <a:extLst>
                <a:ext uri="{FF2B5EF4-FFF2-40B4-BE49-F238E27FC236}">
                  <a16:creationId xmlns:a16="http://schemas.microsoft.com/office/drawing/2014/main" id="{F1A52653-BD09-4D65-B05C-2AF4A6473A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3" name="Freeform 43">
              <a:extLst>
                <a:ext uri="{FF2B5EF4-FFF2-40B4-BE49-F238E27FC236}">
                  <a16:creationId xmlns:a16="http://schemas.microsoft.com/office/drawing/2014/main" id="{30724E80-2FD3-4E4A-A3EA-18A4C8886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4" name="Freeform 44">
              <a:extLst>
                <a:ext uri="{FF2B5EF4-FFF2-40B4-BE49-F238E27FC236}">
                  <a16:creationId xmlns:a16="http://schemas.microsoft.com/office/drawing/2014/main" id="{F1B978C7-7BC5-4F73-8B02-66A3CF67CEA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5" name="Rectangle 45">
              <a:extLst>
                <a:ext uri="{FF2B5EF4-FFF2-40B4-BE49-F238E27FC236}">
                  <a16:creationId xmlns:a16="http://schemas.microsoft.com/office/drawing/2014/main" id="{799F0CED-DF8F-4350-A036-1981FBE5968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56" name="Freeform 46">
              <a:extLst>
                <a:ext uri="{FF2B5EF4-FFF2-40B4-BE49-F238E27FC236}">
                  <a16:creationId xmlns:a16="http://schemas.microsoft.com/office/drawing/2014/main" id="{9F4DD366-0E86-4E99-9557-496E88B421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7" name="Freeform 47">
              <a:extLst>
                <a:ext uri="{FF2B5EF4-FFF2-40B4-BE49-F238E27FC236}">
                  <a16:creationId xmlns:a16="http://schemas.microsoft.com/office/drawing/2014/main" id="{78BB3321-D5DC-4951-AB38-0C54E3D01D3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8" name="Freeform 48">
              <a:extLst>
                <a:ext uri="{FF2B5EF4-FFF2-40B4-BE49-F238E27FC236}">
                  <a16:creationId xmlns:a16="http://schemas.microsoft.com/office/drawing/2014/main" id="{955E548C-7F86-45B2-A0D2-03EAC578D3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9" name="Freeform 49">
              <a:extLst>
                <a:ext uri="{FF2B5EF4-FFF2-40B4-BE49-F238E27FC236}">
                  <a16:creationId xmlns:a16="http://schemas.microsoft.com/office/drawing/2014/main" id="{0013F508-5E69-4911-AD93-4ABE3E7C56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0" name="Freeform 50">
              <a:extLst>
                <a:ext uri="{FF2B5EF4-FFF2-40B4-BE49-F238E27FC236}">
                  <a16:creationId xmlns:a16="http://schemas.microsoft.com/office/drawing/2014/main" id="{A7F86768-93E0-4044-A62A-B11EB18FF27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1" name="Freeform 51">
              <a:extLst>
                <a:ext uri="{FF2B5EF4-FFF2-40B4-BE49-F238E27FC236}">
                  <a16:creationId xmlns:a16="http://schemas.microsoft.com/office/drawing/2014/main" id="{BA32A7B4-1DB2-4E4A-B86E-D8DB97B696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2" name="Freeform 52">
              <a:extLst>
                <a:ext uri="{FF2B5EF4-FFF2-40B4-BE49-F238E27FC236}">
                  <a16:creationId xmlns:a16="http://schemas.microsoft.com/office/drawing/2014/main" id="{AB250BD5-076C-4428-B6AF-E9EAE4F65E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3" name="Freeform 53">
              <a:extLst>
                <a:ext uri="{FF2B5EF4-FFF2-40B4-BE49-F238E27FC236}">
                  <a16:creationId xmlns:a16="http://schemas.microsoft.com/office/drawing/2014/main" id="{027DA06A-045F-4711-9307-0508B6ACFA4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4" name="Freeform 54">
              <a:extLst>
                <a:ext uri="{FF2B5EF4-FFF2-40B4-BE49-F238E27FC236}">
                  <a16:creationId xmlns:a16="http://schemas.microsoft.com/office/drawing/2014/main" id="{3EB0EDA8-385A-4B2B-97F0-5194F23EB5C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5" name="Freeform 55">
              <a:extLst>
                <a:ext uri="{FF2B5EF4-FFF2-40B4-BE49-F238E27FC236}">
                  <a16:creationId xmlns:a16="http://schemas.microsoft.com/office/drawing/2014/main" id="{D6FA258E-AF3F-47C9-9F4E-39ECFD7AC0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6" name="Freeform 56">
              <a:extLst>
                <a:ext uri="{FF2B5EF4-FFF2-40B4-BE49-F238E27FC236}">
                  <a16:creationId xmlns:a16="http://schemas.microsoft.com/office/drawing/2014/main" id="{6E471E73-A9C0-4C68-BD8F-360F2ED7BD9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7" name="Freeform 57">
              <a:extLst>
                <a:ext uri="{FF2B5EF4-FFF2-40B4-BE49-F238E27FC236}">
                  <a16:creationId xmlns:a16="http://schemas.microsoft.com/office/drawing/2014/main" id="{C78C3110-8153-4163-B809-0B0C0C9E5C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8" name="Freeform 58">
              <a:extLst>
                <a:ext uri="{FF2B5EF4-FFF2-40B4-BE49-F238E27FC236}">
                  <a16:creationId xmlns:a16="http://schemas.microsoft.com/office/drawing/2014/main" id="{DBC57B9F-0B9B-4EDE-B3B3-7C5D5DB3992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grpSp>
      <p:sp>
        <p:nvSpPr>
          <p:cNvPr id="2" name="Titel 1">
            <a:extLst>
              <a:ext uri="{FF2B5EF4-FFF2-40B4-BE49-F238E27FC236}">
                <a16:creationId xmlns:a16="http://schemas.microsoft.com/office/drawing/2014/main" id="{2B167B0C-2B10-964F-DDB0-B29A7570A71E}"/>
              </a:ext>
            </a:extLst>
          </p:cNvPr>
          <p:cNvSpPr>
            <a:spLocks noGrp="1"/>
          </p:cNvSpPr>
          <p:nvPr>
            <p:ph type="ctrTitle"/>
          </p:nvPr>
        </p:nvSpPr>
        <p:spPr>
          <a:xfrm>
            <a:off x="1876425" y="1113282"/>
            <a:ext cx="3734941" cy="2396681"/>
          </a:xfrm>
        </p:spPr>
        <p:txBody>
          <a:bodyPr>
            <a:normAutofit/>
          </a:bodyPr>
          <a:lstStyle/>
          <a:p>
            <a:r>
              <a:rPr lang="nl-NL">
                <a:solidFill>
                  <a:srgbClr val="FFFFFF"/>
                </a:solidFill>
              </a:rPr>
              <a:t>AI &amp; RobOTICS</a:t>
            </a:r>
          </a:p>
        </p:txBody>
      </p:sp>
      <p:sp>
        <p:nvSpPr>
          <p:cNvPr id="3" name="Ondertitel 2">
            <a:extLst>
              <a:ext uri="{FF2B5EF4-FFF2-40B4-BE49-F238E27FC236}">
                <a16:creationId xmlns:a16="http://schemas.microsoft.com/office/drawing/2014/main" id="{26F868CC-CA07-F8EE-C210-5982FEF86A00}"/>
              </a:ext>
            </a:extLst>
          </p:cNvPr>
          <p:cNvSpPr>
            <a:spLocks noGrp="1"/>
          </p:cNvSpPr>
          <p:nvPr>
            <p:ph type="subTitle" idx="1"/>
          </p:nvPr>
        </p:nvSpPr>
        <p:spPr>
          <a:xfrm>
            <a:off x="1876425" y="3602038"/>
            <a:ext cx="3734942" cy="2052720"/>
          </a:xfrm>
        </p:spPr>
        <p:txBody>
          <a:bodyPr>
            <a:normAutofit/>
          </a:bodyPr>
          <a:lstStyle/>
          <a:p>
            <a:r>
              <a:rPr lang="nl-NL">
                <a:solidFill>
                  <a:schemeClr val="bg2"/>
                </a:solidFill>
              </a:rPr>
              <a:t>Bruisend verkiezingsfeest 2026</a:t>
            </a:r>
          </a:p>
        </p:txBody>
      </p:sp>
      <p:sp useBgFill="1">
        <p:nvSpPr>
          <p:cNvPr id="70" name="Round Diagonal Corner Rectangle 6">
            <a:extLst>
              <a:ext uri="{FF2B5EF4-FFF2-40B4-BE49-F238E27FC236}">
                <a16:creationId xmlns:a16="http://schemas.microsoft.com/office/drawing/2014/main" id="{62B94F88-FD5B-4053-B143-DFF55CE44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5999" y="808057"/>
            <a:ext cx="5286376" cy="5234394"/>
          </a:xfrm>
          <a:prstGeom prst="round2DiagRect">
            <a:avLst>
              <a:gd name="adj1" fmla="val 6185"/>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Afbeelding 4">
            <a:extLst>
              <a:ext uri="{FF2B5EF4-FFF2-40B4-BE49-F238E27FC236}">
                <a16:creationId xmlns:a16="http://schemas.microsoft.com/office/drawing/2014/main" id="{93E303C3-E76F-752C-9B5C-58A69F8AEB6C}"/>
              </a:ext>
            </a:extLst>
          </p:cNvPr>
          <p:cNvPicPr>
            <a:picLocks noChangeAspect="1"/>
          </p:cNvPicPr>
          <p:nvPr/>
        </p:nvPicPr>
        <p:blipFill>
          <a:blip r:embed="rId4"/>
          <a:srcRect b="45456"/>
          <a:stretch>
            <a:fillRect/>
          </a:stretch>
        </p:blipFill>
        <p:spPr>
          <a:xfrm>
            <a:off x="5719571" y="804311"/>
            <a:ext cx="5938773" cy="5332084"/>
          </a:xfrm>
          <a:prstGeom prst="rect">
            <a:avLst/>
          </a:prstGeom>
        </p:spPr>
      </p:pic>
    </p:spTree>
    <p:extLst>
      <p:ext uri="{BB962C8B-B14F-4D97-AF65-F5344CB8AC3E}">
        <p14:creationId xmlns:p14="http://schemas.microsoft.com/office/powerpoint/2010/main" val="3349066857"/>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D3B9316A-52C2-70D2-800C-E1C77E0AE9EF}"/>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6C68F39D-867D-4AFF-94C4-C3829AD5C5B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9" name="Rectangle 8">
              <a:extLst>
                <a:ext uri="{FF2B5EF4-FFF2-40B4-BE49-F238E27FC236}">
                  <a16:creationId xmlns:a16="http://schemas.microsoft.com/office/drawing/2014/main" id="{8EC3C6AD-76A6-4B9E-9700-E70BCEA5BC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2">
              <a:extLst>
                <a:ext uri="{FF2B5EF4-FFF2-40B4-BE49-F238E27FC236}">
                  <a16:creationId xmlns:a16="http://schemas.microsoft.com/office/drawing/2014/main" id="{DC213DD1-BF02-41F7-80A7-E6A5694F573C}"/>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4">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p14="http://schemas.microsoft.com/office/powerpoint/2010/main" xmlns:a14="http://schemas.microsoft.com/office/drawing/2010/main" xmlns:a16="http://schemas.microsoft.com/office/drawing/2014/main" xmlns="">
                  <a:solidFill>
                    <a:srgbClr val="FFFFFF"/>
                  </a:solidFill>
                </a14:hiddenFill>
              </a:ext>
            </a:extLst>
          </p:spPr>
        </p:pic>
      </p:grpSp>
      <p:sp>
        <p:nvSpPr>
          <p:cNvPr id="3" name="Ondertitel 2">
            <a:extLst>
              <a:ext uri="{FF2B5EF4-FFF2-40B4-BE49-F238E27FC236}">
                <a16:creationId xmlns:a16="http://schemas.microsoft.com/office/drawing/2014/main" id="{2B47AFE9-A00C-8B23-0F50-8DAC133777A2}"/>
              </a:ext>
            </a:extLst>
          </p:cNvPr>
          <p:cNvSpPr>
            <a:spLocks noGrp="1"/>
          </p:cNvSpPr>
          <p:nvPr>
            <p:ph type="subTitle" idx="1"/>
          </p:nvPr>
        </p:nvSpPr>
        <p:spPr>
          <a:xfrm>
            <a:off x="5230896" y="220337"/>
            <a:ext cx="6732504" cy="5026351"/>
          </a:xfrm>
        </p:spPr>
        <p:txBody>
          <a:bodyPr>
            <a:normAutofit/>
          </a:bodyPr>
          <a:lstStyle/>
          <a:p>
            <a:pPr algn="ctr">
              <a:lnSpc>
                <a:spcPct val="110000"/>
              </a:lnSpc>
            </a:pPr>
            <a:endParaRPr lang="nl-NL" sz="2400" u="sng" dirty="0"/>
          </a:p>
          <a:p>
            <a:pPr algn="ctr">
              <a:lnSpc>
                <a:spcPct val="110000"/>
              </a:lnSpc>
            </a:pPr>
            <a:endParaRPr lang="nl-NL" sz="2400" u="sng" dirty="0"/>
          </a:p>
          <a:p>
            <a:pPr algn="ctr">
              <a:lnSpc>
                <a:spcPct val="110000"/>
              </a:lnSpc>
            </a:pPr>
            <a:endParaRPr lang="nl-NL" sz="2400" u="sng" dirty="0"/>
          </a:p>
          <a:p>
            <a:pPr algn="ctr">
              <a:lnSpc>
                <a:spcPct val="110000"/>
              </a:lnSpc>
            </a:pPr>
            <a:endParaRPr lang="nl-NL" sz="2400" u="sng" dirty="0"/>
          </a:p>
          <a:p>
            <a:pPr algn="ctr">
              <a:lnSpc>
                <a:spcPct val="110000"/>
              </a:lnSpc>
            </a:pPr>
            <a:endParaRPr lang="nl-NL" sz="2400" u="sng" dirty="0"/>
          </a:p>
          <a:p>
            <a:pPr algn="ctr">
              <a:lnSpc>
                <a:spcPct val="110000"/>
              </a:lnSpc>
            </a:pPr>
            <a:r>
              <a:rPr lang="nl-NL" sz="4000" u="sng" dirty="0"/>
              <a:t>AI &amp; </a:t>
            </a:r>
            <a:r>
              <a:rPr lang="nl-NL" sz="4000" u="sng" dirty="0" err="1"/>
              <a:t>Robotics</a:t>
            </a:r>
            <a:endParaRPr lang="nl-NL" sz="4000" dirty="0"/>
          </a:p>
          <a:p>
            <a:pPr algn="ctr">
              <a:lnSpc>
                <a:spcPct val="110000"/>
              </a:lnSpc>
            </a:pPr>
            <a:endParaRPr lang="nl-NL" sz="2400" dirty="0"/>
          </a:p>
          <a:p>
            <a:pPr>
              <a:lnSpc>
                <a:spcPct val="110000"/>
              </a:lnSpc>
            </a:pPr>
            <a:endParaRPr lang="nl-NL" sz="2400" dirty="0"/>
          </a:p>
          <a:p>
            <a:pPr>
              <a:lnSpc>
                <a:spcPct val="110000"/>
              </a:lnSpc>
            </a:pPr>
            <a:endParaRPr lang="nl-NL" sz="500" dirty="0"/>
          </a:p>
        </p:txBody>
      </p:sp>
      <p:grpSp>
        <p:nvGrpSpPr>
          <p:cNvPr id="12" name="Group 11">
            <a:extLst>
              <a:ext uri="{FF2B5EF4-FFF2-40B4-BE49-F238E27FC236}">
                <a16:creationId xmlns:a16="http://schemas.microsoft.com/office/drawing/2014/main" id="{4466CCD0-FEF9-460D-9FB6-11613A492B6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13" name="Rectangle 5">
              <a:extLst>
                <a:ext uri="{FF2B5EF4-FFF2-40B4-BE49-F238E27FC236}">
                  <a16:creationId xmlns:a16="http://schemas.microsoft.com/office/drawing/2014/main" id="{F642B7E9-F9AF-4BC0-B586-E7B0E8E878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14" name="Freeform 6">
              <a:extLst>
                <a:ext uri="{FF2B5EF4-FFF2-40B4-BE49-F238E27FC236}">
                  <a16:creationId xmlns:a16="http://schemas.microsoft.com/office/drawing/2014/main" id="{16CE5EA6-3C76-4E5C-9257-D6A61A31C5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5" name="Freeform 7">
              <a:extLst>
                <a:ext uri="{FF2B5EF4-FFF2-40B4-BE49-F238E27FC236}">
                  <a16:creationId xmlns:a16="http://schemas.microsoft.com/office/drawing/2014/main" id="{DD7BCC42-B325-4F92-B500-14A2933DA3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6" name="Rectangle 8">
              <a:extLst>
                <a:ext uri="{FF2B5EF4-FFF2-40B4-BE49-F238E27FC236}">
                  <a16:creationId xmlns:a16="http://schemas.microsoft.com/office/drawing/2014/main" id="{197BF445-29BA-4C54-A1B4-A4390F0225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17" name="Freeform 9">
              <a:extLst>
                <a:ext uri="{FF2B5EF4-FFF2-40B4-BE49-F238E27FC236}">
                  <a16:creationId xmlns:a16="http://schemas.microsoft.com/office/drawing/2014/main" id="{B10C1630-E8C0-489C-8FFB-C9BBAEDE7A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 name="Freeform 10">
              <a:extLst>
                <a:ext uri="{FF2B5EF4-FFF2-40B4-BE49-F238E27FC236}">
                  <a16:creationId xmlns:a16="http://schemas.microsoft.com/office/drawing/2014/main" id="{B8778BE5-6D1F-4629-A045-8A87E2C756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 name="Freeform 11">
              <a:extLst>
                <a:ext uri="{FF2B5EF4-FFF2-40B4-BE49-F238E27FC236}">
                  <a16:creationId xmlns:a16="http://schemas.microsoft.com/office/drawing/2014/main" id="{A7885ADB-F1C4-4FF3-93CD-7C9337E87D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 name="Freeform 12">
              <a:extLst>
                <a:ext uri="{FF2B5EF4-FFF2-40B4-BE49-F238E27FC236}">
                  <a16:creationId xmlns:a16="http://schemas.microsoft.com/office/drawing/2014/main" id="{59FC4F71-6E39-414E-9F39-CE1479FF815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 name="Freeform 13">
              <a:extLst>
                <a:ext uri="{FF2B5EF4-FFF2-40B4-BE49-F238E27FC236}">
                  <a16:creationId xmlns:a16="http://schemas.microsoft.com/office/drawing/2014/main" id="{3FC9614F-1D2C-4CAC-8CE9-32DC7D8636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2" name="Freeform 14">
              <a:extLst>
                <a:ext uri="{FF2B5EF4-FFF2-40B4-BE49-F238E27FC236}">
                  <a16:creationId xmlns:a16="http://schemas.microsoft.com/office/drawing/2014/main" id="{2A872F50-76EA-4A5B-AA68-3CE2E26738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 name="Freeform 15">
              <a:extLst>
                <a:ext uri="{FF2B5EF4-FFF2-40B4-BE49-F238E27FC236}">
                  <a16:creationId xmlns:a16="http://schemas.microsoft.com/office/drawing/2014/main" id="{CE389546-6A1F-4203-ACD1-BC17DDBFB08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 name="Freeform 16">
              <a:extLst>
                <a:ext uri="{FF2B5EF4-FFF2-40B4-BE49-F238E27FC236}">
                  <a16:creationId xmlns:a16="http://schemas.microsoft.com/office/drawing/2014/main" id="{1BA89DC9-FE9A-4228-A4BE-D3A37F8656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 name="Freeform 17">
              <a:extLst>
                <a:ext uri="{FF2B5EF4-FFF2-40B4-BE49-F238E27FC236}">
                  <a16:creationId xmlns:a16="http://schemas.microsoft.com/office/drawing/2014/main" id="{FA3E79A5-9B81-48B5-B96F-8D55B02FD5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 name="Freeform 18">
              <a:extLst>
                <a:ext uri="{FF2B5EF4-FFF2-40B4-BE49-F238E27FC236}">
                  <a16:creationId xmlns:a16="http://schemas.microsoft.com/office/drawing/2014/main" id="{A76D4D27-C537-45E4-96DE-C5FD2C9A370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 name="Freeform 19">
              <a:extLst>
                <a:ext uri="{FF2B5EF4-FFF2-40B4-BE49-F238E27FC236}">
                  <a16:creationId xmlns:a16="http://schemas.microsoft.com/office/drawing/2014/main" id="{C1B158DD-2DCB-42FF-B1FE-3C947FEF0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8" name="Freeform 20">
              <a:extLst>
                <a:ext uri="{FF2B5EF4-FFF2-40B4-BE49-F238E27FC236}">
                  <a16:creationId xmlns:a16="http://schemas.microsoft.com/office/drawing/2014/main" id="{3307DC3E-0C6E-4E70-AFA2-96538CE3CD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9" name="Freeform 21">
              <a:extLst>
                <a:ext uri="{FF2B5EF4-FFF2-40B4-BE49-F238E27FC236}">
                  <a16:creationId xmlns:a16="http://schemas.microsoft.com/office/drawing/2014/main" id="{53A9F721-7EE3-4844-BB91-0B995BAC159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0" name="Freeform 22">
              <a:extLst>
                <a:ext uri="{FF2B5EF4-FFF2-40B4-BE49-F238E27FC236}">
                  <a16:creationId xmlns:a16="http://schemas.microsoft.com/office/drawing/2014/main" id="{8F057800-5B8F-4775-805B-89727A78A8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1" name="Freeform 23">
              <a:extLst>
                <a:ext uri="{FF2B5EF4-FFF2-40B4-BE49-F238E27FC236}">
                  <a16:creationId xmlns:a16="http://schemas.microsoft.com/office/drawing/2014/main" id="{FC6DF692-3394-4FDD-92BA-CA0C41EBC3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2" name="Freeform 24">
              <a:extLst>
                <a:ext uri="{FF2B5EF4-FFF2-40B4-BE49-F238E27FC236}">
                  <a16:creationId xmlns:a16="http://schemas.microsoft.com/office/drawing/2014/main" id="{B825CD97-262B-4A33-B1E5-55F0D81F402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3" name="Freeform 25">
              <a:extLst>
                <a:ext uri="{FF2B5EF4-FFF2-40B4-BE49-F238E27FC236}">
                  <a16:creationId xmlns:a16="http://schemas.microsoft.com/office/drawing/2014/main" id="{F00EA2FE-C735-4E1E-B9DC-636C49061F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4" name="Freeform 26">
              <a:extLst>
                <a:ext uri="{FF2B5EF4-FFF2-40B4-BE49-F238E27FC236}">
                  <a16:creationId xmlns:a16="http://schemas.microsoft.com/office/drawing/2014/main" id="{95B50260-0DDF-4260-8DC1-D504B06435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5" name="Freeform 27">
              <a:extLst>
                <a:ext uri="{FF2B5EF4-FFF2-40B4-BE49-F238E27FC236}">
                  <a16:creationId xmlns:a16="http://schemas.microsoft.com/office/drawing/2014/main" id="{BBB491EB-35C1-4159-94B2-A367ADC134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6" name="Freeform 28">
              <a:extLst>
                <a:ext uri="{FF2B5EF4-FFF2-40B4-BE49-F238E27FC236}">
                  <a16:creationId xmlns:a16="http://schemas.microsoft.com/office/drawing/2014/main" id="{7EAA4E1C-EC83-44E0-A4AB-4B0F509A8CC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7" name="Freeform 29">
              <a:extLst>
                <a:ext uri="{FF2B5EF4-FFF2-40B4-BE49-F238E27FC236}">
                  <a16:creationId xmlns:a16="http://schemas.microsoft.com/office/drawing/2014/main" id="{BE561717-C43F-46C1-BBCE-C830DE4A1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8" name="Freeform 30">
              <a:extLst>
                <a:ext uri="{FF2B5EF4-FFF2-40B4-BE49-F238E27FC236}">
                  <a16:creationId xmlns:a16="http://schemas.microsoft.com/office/drawing/2014/main" id="{CC840BC4-F1CE-4A1B-A1DE-BB922689E2C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39" name="Freeform 31">
              <a:extLst>
                <a:ext uri="{FF2B5EF4-FFF2-40B4-BE49-F238E27FC236}">
                  <a16:creationId xmlns:a16="http://schemas.microsoft.com/office/drawing/2014/main" id="{03B586C7-6126-46E0-9BEF-522798686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0" name="Freeform 32">
              <a:extLst>
                <a:ext uri="{FF2B5EF4-FFF2-40B4-BE49-F238E27FC236}">
                  <a16:creationId xmlns:a16="http://schemas.microsoft.com/office/drawing/2014/main" id="{45C5C565-0EB6-4E0C-9752-84084CDBB8B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1" name="Rectangle 33">
              <a:extLst>
                <a:ext uri="{FF2B5EF4-FFF2-40B4-BE49-F238E27FC236}">
                  <a16:creationId xmlns:a16="http://schemas.microsoft.com/office/drawing/2014/main" id="{5CABC7BF-500C-4275-9EAA-9563EF43C6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42" name="Freeform 34">
              <a:extLst>
                <a:ext uri="{FF2B5EF4-FFF2-40B4-BE49-F238E27FC236}">
                  <a16:creationId xmlns:a16="http://schemas.microsoft.com/office/drawing/2014/main" id="{C7AA982B-BB49-4311-A724-81AAF8ABC3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3" name="Freeform 35">
              <a:extLst>
                <a:ext uri="{FF2B5EF4-FFF2-40B4-BE49-F238E27FC236}">
                  <a16:creationId xmlns:a16="http://schemas.microsoft.com/office/drawing/2014/main" id="{89D49DD1-C07D-4ADD-BD4A-D6AA72575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4" name="Freeform 36">
              <a:extLst>
                <a:ext uri="{FF2B5EF4-FFF2-40B4-BE49-F238E27FC236}">
                  <a16:creationId xmlns:a16="http://schemas.microsoft.com/office/drawing/2014/main" id="{4359B9DB-1A95-4934-A839-A76774D792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5" name="Freeform 37">
              <a:extLst>
                <a:ext uri="{FF2B5EF4-FFF2-40B4-BE49-F238E27FC236}">
                  <a16:creationId xmlns:a16="http://schemas.microsoft.com/office/drawing/2014/main" id="{2B7EEF08-F28B-48E9-BA1D-E61AC62013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6" name="Freeform 38">
              <a:extLst>
                <a:ext uri="{FF2B5EF4-FFF2-40B4-BE49-F238E27FC236}">
                  <a16:creationId xmlns:a16="http://schemas.microsoft.com/office/drawing/2014/main" id="{E846B9B0-7D1C-4E1B-9256-7F25E8E887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7" name="Freeform 39">
              <a:extLst>
                <a:ext uri="{FF2B5EF4-FFF2-40B4-BE49-F238E27FC236}">
                  <a16:creationId xmlns:a16="http://schemas.microsoft.com/office/drawing/2014/main" id="{E31B0CE6-7913-4D1C-AC18-2ED44DF92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8" name="Freeform 40">
              <a:extLst>
                <a:ext uri="{FF2B5EF4-FFF2-40B4-BE49-F238E27FC236}">
                  <a16:creationId xmlns:a16="http://schemas.microsoft.com/office/drawing/2014/main" id="{0F3517CE-D006-4218-9BB0-65269371EF5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49" name="Freeform 41">
              <a:extLst>
                <a:ext uri="{FF2B5EF4-FFF2-40B4-BE49-F238E27FC236}">
                  <a16:creationId xmlns:a16="http://schemas.microsoft.com/office/drawing/2014/main" id="{DE7DB798-CAAE-42A3-BDFE-D6AD0E0DA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0" name="Freeform 42">
              <a:extLst>
                <a:ext uri="{FF2B5EF4-FFF2-40B4-BE49-F238E27FC236}">
                  <a16:creationId xmlns:a16="http://schemas.microsoft.com/office/drawing/2014/main" id="{07A53F87-B4E0-4C4E-B913-D336D8993D6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1" name="Freeform 43">
              <a:extLst>
                <a:ext uri="{FF2B5EF4-FFF2-40B4-BE49-F238E27FC236}">
                  <a16:creationId xmlns:a16="http://schemas.microsoft.com/office/drawing/2014/main" id="{587D3AD0-B188-4D2E-A497-5180C1F225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2" name="Freeform 44">
              <a:extLst>
                <a:ext uri="{FF2B5EF4-FFF2-40B4-BE49-F238E27FC236}">
                  <a16:creationId xmlns:a16="http://schemas.microsoft.com/office/drawing/2014/main" id="{E8B4429B-56DB-4ED5-8296-1C4EB6AE04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3" name="Rectangle 45">
              <a:extLst>
                <a:ext uri="{FF2B5EF4-FFF2-40B4-BE49-F238E27FC236}">
                  <a16:creationId xmlns:a16="http://schemas.microsoft.com/office/drawing/2014/main" id="{ABBE178E-641F-4008-8760-5134D226AA4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54" name="Freeform 46">
              <a:extLst>
                <a:ext uri="{FF2B5EF4-FFF2-40B4-BE49-F238E27FC236}">
                  <a16:creationId xmlns:a16="http://schemas.microsoft.com/office/drawing/2014/main" id="{BB7A09DD-4AE2-4235-BCBA-B52CB7986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5" name="Freeform 47">
              <a:extLst>
                <a:ext uri="{FF2B5EF4-FFF2-40B4-BE49-F238E27FC236}">
                  <a16:creationId xmlns:a16="http://schemas.microsoft.com/office/drawing/2014/main" id="{64DBEF94-3525-4008-AD35-D566A238B9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6" name="Freeform 48">
              <a:extLst>
                <a:ext uri="{FF2B5EF4-FFF2-40B4-BE49-F238E27FC236}">
                  <a16:creationId xmlns:a16="http://schemas.microsoft.com/office/drawing/2014/main" id="{1C0CEBA3-32C8-4D37-BBD0-8863B008E2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7" name="Freeform 49">
              <a:extLst>
                <a:ext uri="{FF2B5EF4-FFF2-40B4-BE49-F238E27FC236}">
                  <a16:creationId xmlns:a16="http://schemas.microsoft.com/office/drawing/2014/main" id="{D12DBC8B-AE05-43C6-BF30-3F9CDADE9B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8" name="Freeform 50">
              <a:extLst>
                <a:ext uri="{FF2B5EF4-FFF2-40B4-BE49-F238E27FC236}">
                  <a16:creationId xmlns:a16="http://schemas.microsoft.com/office/drawing/2014/main" id="{47D642DC-B097-481B-8F32-671DE6AB565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59" name="Freeform 51">
              <a:extLst>
                <a:ext uri="{FF2B5EF4-FFF2-40B4-BE49-F238E27FC236}">
                  <a16:creationId xmlns:a16="http://schemas.microsoft.com/office/drawing/2014/main" id="{0D7CD8F4-0787-4106-9E76-FF0AFA0ACE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0" name="Freeform 52">
              <a:extLst>
                <a:ext uri="{FF2B5EF4-FFF2-40B4-BE49-F238E27FC236}">
                  <a16:creationId xmlns:a16="http://schemas.microsoft.com/office/drawing/2014/main" id="{3ED06726-52C5-468C-BEA2-0194993F8A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1" name="Freeform 53">
              <a:extLst>
                <a:ext uri="{FF2B5EF4-FFF2-40B4-BE49-F238E27FC236}">
                  <a16:creationId xmlns:a16="http://schemas.microsoft.com/office/drawing/2014/main" id="{1541CE8F-816C-4189-8522-7AAA7EABD8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2" name="Freeform 54">
              <a:extLst>
                <a:ext uri="{FF2B5EF4-FFF2-40B4-BE49-F238E27FC236}">
                  <a16:creationId xmlns:a16="http://schemas.microsoft.com/office/drawing/2014/main" id="{3D0F8D98-15AC-458C-B872-777F4BBF354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3" name="Freeform 55">
              <a:extLst>
                <a:ext uri="{FF2B5EF4-FFF2-40B4-BE49-F238E27FC236}">
                  <a16:creationId xmlns:a16="http://schemas.microsoft.com/office/drawing/2014/main" id="{C9DE1ACE-C20F-4504-B0A1-5A37CA0D1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4" name="Freeform 56">
              <a:extLst>
                <a:ext uri="{FF2B5EF4-FFF2-40B4-BE49-F238E27FC236}">
                  <a16:creationId xmlns:a16="http://schemas.microsoft.com/office/drawing/2014/main" id="{E4BDEE62-868F-49A1-B97A-DE8EDC86F9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5" name="Freeform 57">
              <a:extLst>
                <a:ext uri="{FF2B5EF4-FFF2-40B4-BE49-F238E27FC236}">
                  <a16:creationId xmlns:a16="http://schemas.microsoft.com/office/drawing/2014/main" id="{B71AB3E3-099B-47DC-AD0D-215F18FD34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66" name="Freeform 58">
              <a:extLst>
                <a:ext uri="{FF2B5EF4-FFF2-40B4-BE49-F238E27FC236}">
                  <a16:creationId xmlns:a16="http://schemas.microsoft.com/office/drawing/2014/main" id="{7D4B7844-C6A2-45AA-9147-C1CEC0CB83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grpSp>
      <p:grpSp>
        <p:nvGrpSpPr>
          <p:cNvPr id="68" name="Group 67">
            <a:extLst>
              <a:ext uri="{FF2B5EF4-FFF2-40B4-BE49-F238E27FC236}">
                <a16:creationId xmlns:a16="http://schemas.microsoft.com/office/drawing/2014/main" id="{176E1971-1C4C-46C8-A821-6376642801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69" name="Freeform 32">
              <a:extLst>
                <a:ext uri="{FF2B5EF4-FFF2-40B4-BE49-F238E27FC236}">
                  <a16:creationId xmlns:a16="http://schemas.microsoft.com/office/drawing/2014/main" id="{35FAC14F-8CA0-40F3-ADE4-31DBF8BD79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0" name="Freeform 33">
              <a:extLst>
                <a:ext uri="{FF2B5EF4-FFF2-40B4-BE49-F238E27FC236}">
                  <a16:creationId xmlns:a16="http://schemas.microsoft.com/office/drawing/2014/main" id="{778F8CB9-0C96-4B66-B943-C5BF1A1B5D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1" name="Freeform 34">
              <a:extLst>
                <a:ext uri="{FF2B5EF4-FFF2-40B4-BE49-F238E27FC236}">
                  <a16:creationId xmlns:a16="http://schemas.microsoft.com/office/drawing/2014/main" id="{DB1C8E93-74F9-42A0-B326-E06DC9C584E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2" name="Freeform 35">
              <a:extLst>
                <a:ext uri="{FF2B5EF4-FFF2-40B4-BE49-F238E27FC236}">
                  <a16:creationId xmlns:a16="http://schemas.microsoft.com/office/drawing/2014/main" id="{EC6EA429-8E16-49E0-82D7-5846CDA76C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3" name="Freeform 36">
              <a:extLst>
                <a:ext uri="{FF2B5EF4-FFF2-40B4-BE49-F238E27FC236}">
                  <a16:creationId xmlns:a16="http://schemas.microsoft.com/office/drawing/2014/main" id="{8F64C508-2357-44C9-93D8-FC81B85AE2B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4" name="Freeform 37">
              <a:extLst>
                <a:ext uri="{FF2B5EF4-FFF2-40B4-BE49-F238E27FC236}">
                  <a16:creationId xmlns:a16="http://schemas.microsoft.com/office/drawing/2014/main" id="{82F6F3F7-8F51-41B4-AC2B-699593A1FA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5" name="Freeform 38">
              <a:extLst>
                <a:ext uri="{FF2B5EF4-FFF2-40B4-BE49-F238E27FC236}">
                  <a16:creationId xmlns:a16="http://schemas.microsoft.com/office/drawing/2014/main" id="{6F2FC65A-DA31-4602-B324-E53F76BD936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6" name="Freeform 39">
              <a:extLst>
                <a:ext uri="{FF2B5EF4-FFF2-40B4-BE49-F238E27FC236}">
                  <a16:creationId xmlns:a16="http://schemas.microsoft.com/office/drawing/2014/main" id="{0E9B7CF9-E3CC-495E-A513-A8A1C24228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7" name="Freeform 40">
              <a:extLst>
                <a:ext uri="{FF2B5EF4-FFF2-40B4-BE49-F238E27FC236}">
                  <a16:creationId xmlns:a16="http://schemas.microsoft.com/office/drawing/2014/main" id="{35C09477-23EA-4E6A-A8C2-5B447B25E90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8" name="Rectangle 41">
              <a:extLst>
                <a:ext uri="{FF2B5EF4-FFF2-40B4-BE49-F238E27FC236}">
                  <a16:creationId xmlns:a16="http://schemas.microsoft.com/office/drawing/2014/main" id="{80A5D070-0FE6-4F72-8077-E259B2D35AE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grpSp>
      <p:pic>
        <p:nvPicPr>
          <p:cNvPr id="4" name="Afbeelding 3">
            <a:extLst>
              <a:ext uri="{FF2B5EF4-FFF2-40B4-BE49-F238E27FC236}">
                <a16:creationId xmlns:a16="http://schemas.microsoft.com/office/drawing/2014/main" id="{00904D4D-7910-1F41-1C7F-EE4A4E1462A9}"/>
              </a:ext>
            </a:extLst>
          </p:cNvPr>
          <p:cNvPicPr>
            <a:picLocks noChangeAspect="1"/>
          </p:cNvPicPr>
          <p:nvPr/>
        </p:nvPicPr>
        <p:blipFill>
          <a:blip r:embed="rId5"/>
          <a:stretch>
            <a:fillRect/>
          </a:stretch>
        </p:blipFill>
        <p:spPr>
          <a:xfrm>
            <a:off x="2281237" y="1655910"/>
            <a:ext cx="3824139" cy="3824139"/>
          </a:xfrm>
          <a:prstGeom prst="rect">
            <a:avLst/>
          </a:prstGeom>
        </p:spPr>
      </p:pic>
    </p:spTree>
    <p:extLst>
      <p:ext uri="{BB962C8B-B14F-4D97-AF65-F5344CB8AC3E}">
        <p14:creationId xmlns:p14="http://schemas.microsoft.com/office/powerpoint/2010/main" val="371183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B0B68DBE-9354-6CD7-7924-E108BBA1A6E6}"/>
            </a:ext>
          </a:extLst>
        </p:cNvPr>
        <p:cNvGrpSpPr/>
        <p:nvPr/>
      </p:nvGrpSpPr>
      <p:grpSpPr>
        <a:xfrm>
          <a:off x="0" y="0"/>
          <a:ext cx="0" cy="0"/>
          <a:chOff x="0" y="0"/>
          <a:chExt cx="0" cy="0"/>
        </a:xfrm>
      </p:grpSpPr>
      <p:sp>
        <p:nvSpPr>
          <p:cNvPr id="2" name="Ondertitel 2">
            <a:extLst>
              <a:ext uri="{FF2B5EF4-FFF2-40B4-BE49-F238E27FC236}">
                <a16:creationId xmlns:a16="http://schemas.microsoft.com/office/drawing/2014/main" id="{AD69A1C2-B0DB-B55A-7B74-522075C0C45A}"/>
              </a:ext>
            </a:extLst>
          </p:cNvPr>
          <p:cNvSpPr txBox="1">
            <a:spLocks/>
          </p:cNvSpPr>
          <p:nvPr/>
        </p:nvSpPr>
        <p:spPr>
          <a:xfrm>
            <a:off x="5408127" y="246630"/>
            <a:ext cx="5367866" cy="3308124"/>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1000"/>
              </a:spcBef>
              <a:buSzPct val="125000"/>
              <a:buFont typeface="Arial" panose="020B0604020202020204" pitchFamily="34" charset="0"/>
              <a:buNone/>
              <a:defRPr sz="2000" kern="1200" cap="all" baseline="0">
                <a:solidFill>
                  <a:schemeClr val="tx2"/>
                </a:solidFill>
                <a:latin typeface="+mn-lt"/>
                <a:ea typeface="+mn-ea"/>
                <a:cs typeface="+mn-cs"/>
              </a:defRPr>
            </a:lvl1pPr>
            <a:lvl2pPr marL="457200" indent="0" algn="ctr" defTabSz="914400" rtl="0" eaLnBrk="1" latinLnBrk="0" hangingPunct="1">
              <a:lnSpc>
                <a:spcPct val="120000"/>
              </a:lnSpc>
              <a:spcBef>
                <a:spcPts val="500"/>
              </a:spcBef>
              <a:buSzPct val="125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125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9pPr>
          </a:lstStyle>
          <a:p>
            <a:pPr marL="457200" marR="0" lvl="0" indent="-457200" fontAlgn="auto">
              <a:lnSpc>
                <a:spcPct val="90000"/>
              </a:lnSpc>
              <a:spcBef>
                <a:spcPct val="0"/>
              </a:spcBef>
              <a:spcAft>
                <a:spcPts val="600"/>
              </a:spcAft>
              <a:buClrTx/>
              <a:buSzPct val="125000"/>
              <a:buFont typeface="Wingdings" panose="05000000000000000000" pitchFamily="2" charset="2"/>
              <a:buChar char="§"/>
              <a:tabLst/>
              <a:defRPr/>
            </a:pPr>
            <a:r>
              <a:rPr lang="en-US" sz="2800" b="1" dirty="0">
                <a:solidFill>
                  <a:srgbClr val="002060"/>
                </a:solidFill>
                <a:latin typeface="+mj-lt"/>
                <a:ea typeface="+mj-ea"/>
                <a:cs typeface="+mj-cs"/>
              </a:rPr>
              <a:t>Wat is AI? </a:t>
            </a:r>
          </a:p>
          <a:p>
            <a:pPr marL="457200" marR="0" lvl="0" indent="-457200" fontAlgn="auto">
              <a:lnSpc>
                <a:spcPct val="90000"/>
              </a:lnSpc>
              <a:spcBef>
                <a:spcPct val="0"/>
              </a:spcBef>
              <a:spcAft>
                <a:spcPts val="600"/>
              </a:spcAft>
              <a:buClrTx/>
              <a:buSzPct val="125000"/>
              <a:buFont typeface="Wingdings" panose="05000000000000000000" pitchFamily="2" charset="2"/>
              <a:buChar char="§"/>
              <a:tabLst/>
              <a:defRPr/>
            </a:pPr>
            <a:r>
              <a:rPr lang="en-US" sz="2800" b="1" dirty="0">
                <a:solidFill>
                  <a:srgbClr val="002060"/>
                </a:solidFill>
                <a:latin typeface="+mj-lt"/>
                <a:ea typeface="+mj-ea"/>
                <a:cs typeface="+mj-cs"/>
              </a:rPr>
              <a:t>Wat </a:t>
            </a:r>
            <a:r>
              <a:rPr lang="en-US" sz="2800" b="1" dirty="0" err="1">
                <a:solidFill>
                  <a:srgbClr val="002060"/>
                </a:solidFill>
                <a:latin typeface="+mj-lt"/>
                <a:ea typeface="+mj-ea"/>
                <a:cs typeface="+mj-cs"/>
              </a:rPr>
              <a:t>kan</a:t>
            </a:r>
            <a:r>
              <a:rPr lang="en-US" sz="2800" b="1" dirty="0">
                <a:solidFill>
                  <a:srgbClr val="002060"/>
                </a:solidFill>
                <a:latin typeface="+mj-lt"/>
                <a:ea typeface="+mj-ea"/>
                <a:cs typeface="+mj-cs"/>
              </a:rPr>
              <a:t> je </a:t>
            </a:r>
            <a:r>
              <a:rPr lang="en-US" sz="2800" b="1" dirty="0" err="1">
                <a:solidFill>
                  <a:srgbClr val="002060"/>
                </a:solidFill>
                <a:latin typeface="+mj-lt"/>
                <a:ea typeface="+mj-ea"/>
                <a:cs typeface="+mj-cs"/>
              </a:rPr>
              <a:t>ermee</a:t>
            </a:r>
            <a:r>
              <a:rPr lang="en-US" sz="2800" b="1" dirty="0">
                <a:solidFill>
                  <a:srgbClr val="002060"/>
                </a:solidFill>
                <a:latin typeface="+mj-lt"/>
                <a:ea typeface="+mj-ea"/>
                <a:cs typeface="+mj-cs"/>
              </a:rPr>
              <a:t>? </a:t>
            </a:r>
          </a:p>
          <a:p>
            <a:pPr marL="457200" marR="0" lvl="0" indent="-457200" fontAlgn="auto">
              <a:lnSpc>
                <a:spcPct val="90000"/>
              </a:lnSpc>
              <a:spcBef>
                <a:spcPct val="0"/>
              </a:spcBef>
              <a:spcAft>
                <a:spcPts val="600"/>
              </a:spcAft>
              <a:buClrTx/>
              <a:buSzPct val="125000"/>
              <a:buFont typeface="Wingdings" panose="05000000000000000000" pitchFamily="2" charset="2"/>
              <a:buChar char="§"/>
              <a:tabLst/>
              <a:defRPr/>
            </a:pPr>
            <a:r>
              <a:rPr lang="en-US" sz="2800" b="1" dirty="0">
                <a:solidFill>
                  <a:srgbClr val="002060"/>
                </a:solidFill>
                <a:latin typeface="+mj-lt"/>
                <a:ea typeface="+mj-ea"/>
                <a:cs typeface="+mj-cs"/>
              </a:rPr>
              <a:t>Welk </a:t>
            </a:r>
            <a:r>
              <a:rPr lang="en-US" sz="2800" b="1" dirty="0" err="1">
                <a:solidFill>
                  <a:srgbClr val="002060"/>
                </a:solidFill>
                <a:latin typeface="+mj-lt"/>
                <a:ea typeface="+mj-ea"/>
                <a:cs typeface="+mj-cs"/>
              </a:rPr>
              <a:t>gevaar</a:t>
            </a:r>
            <a:r>
              <a:rPr lang="en-US" sz="2800" b="1" dirty="0">
                <a:solidFill>
                  <a:srgbClr val="002060"/>
                </a:solidFill>
                <a:latin typeface="+mj-lt"/>
                <a:ea typeface="+mj-ea"/>
                <a:cs typeface="+mj-cs"/>
              </a:rPr>
              <a:t> is er?</a:t>
            </a:r>
            <a:endParaRPr kumimoji="0" lang="en-US" sz="2800" b="1" i="0" u="none" strike="noStrike" spc="0" normalizeH="0" noProof="0" dirty="0">
              <a:ln>
                <a:noFill/>
              </a:ln>
              <a:solidFill>
                <a:srgbClr val="002060"/>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800" b="0" i="0" u="none" strike="noStrike" spc="0" normalizeH="0" noProof="0" dirty="0">
              <a:ln>
                <a:noFill/>
              </a:ln>
              <a:solidFill>
                <a:srgbClr val="002060"/>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800" b="0" i="0" u="none" strike="noStrike" spc="0" normalizeH="0" noProof="0" dirty="0">
              <a:ln>
                <a:noFill/>
              </a:ln>
              <a:solidFill>
                <a:schemeClr val="tx1"/>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800" b="0" i="0" u="none" strike="noStrike" spc="0" normalizeH="0" noProof="0" dirty="0">
              <a:ln>
                <a:noFill/>
              </a:ln>
              <a:solidFill>
                <a:schemeClr val="tx1"/>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800" b="0" i="0" u="none" strike="noStrike" spc="0" normalizeH="0" noProof="0" dirty="0">
              <a:ln>
                <a:noFill/>
              </a:ln>
              <a:solidFill>
                <a:schemeClr val="tx1"/>
              </a:solidFill>
              <a:effectLst/>
              <a:uLnTx/>
              <a:uFillTx/>
              <a:latin typeface="+mj-lt"/>
              <a:ea typeface="+mj-ea"/>
              <a:cs typeface="+mj-cs"/>
            </a:endParaRPr>
          </a:p>
        </p:txBody>
      </p:sp>
      <p:sp>
        <p:nvSpPr>
          <p:cNvPr id="3" name="Ondertitel 2">
            <a:extLst>
              <a:ext uri="{FF2B5EF4-FFF2-40B4-BE49-F238E27FC236}">
                <a16:creationId xmlns:a16="http://schemas.microsoft.com/office/drawing/2014/main" id="{97910B04-A828-C2F2-08EE-6D24EC36D682}"/>
              </a:ext>
            </a:extLst>
          </p:cNvPr>
          <p:cNvSpPr>
            <a:spLocks noGrp="1"/>
          </p:cNvSpPr>
          <p:nvPr>
            <p:ph type="subTitle" idx="1"/>
          </p:nvPr>
        </p:nvSpPr>
        <p:spPr>
          <a:xfrm>
            <a:off x="5291666" y="1728789"/>
            <a:ext cx="6552671" cy="4687885"/>
          </a:xfrm>
        </p:spPr>
        <p:txBody>
          <a:bodyPr vert="horz" lIns="91440" tIns="45720" rIns="91440" bIns="45720" rtlCol="0">
            <a:noAutofit/>
          </a:bodyPr>
          <a:lstStyle/>
          <a:p>
            <a:pPr marL="342900" indent="-342900">
              <a:lnSpc>
                <a:spcPct val="110000"/>
              </a:lnSpc>
              <a:buFont typeface="Wingdings" panose="05000000000000000000" pitchFamily="2" charset="2"/>
              <a:buChar char="ü"/>
            </a:pPr>
            <a:r>
              <a:rPr lang="en-US" sz="2500" dirty="0" err="1"/>
              <a:t>Slimme</a:t>
            </a:r>
            <a:r>
              <a:rPr lang="en-US" sz="2500" dirty="0"/>
              <a:t> software, </a:t>
            </a:r>
            <a:r>
              <a:rPr lang="en-US" sz="2500" dirty="0" err="1"/>
              <a:t>herkent</a:t>
            </a:r>
            <a:r>
              <a:rPr lang="en-US" sz="2500" dirty="0"/>
              <a:t> </a:t>
            </a:r>
            <a:r>
              <a:rPr lang="en-US" sz="2500" dirty="0" err="1"/>
              <a:t>patronen</a:t>
            </a:r>
            <a:r>
              <a:rPr lang="en-US" sz="2500" dirty="0"/>
              <a:t> </a:t>
            </a:r>
            <a:r>
              <a:rPr lang="en-US" sz="2500" dirty="0" err="1"/>
              <a:t>en</a:t>
            </a:r>
            <a:r>
              <a:rPr lang="en-US" sz="2500" dirty="0"/>
              <a:t> is </a:t>
            </a:r>
            <a:r>
              <a:rPr lang="en-US" sz="2500" dirty="0" err="1"/>
              <a:t>zelflerend</a:t>
            </a:r>
            <a:endParaRPr lang="en-US" sz="2500" dirty="0"/>
          </a:p>
          <a:p>
            <a:pPr marL="342900" indent="-342900">
              <a:lnSpc>
                <a:spcPct val="110000"/>
              </a:lnSpc>
              <a:buFont typeface="Wingdings" panose="05000000000000000000" pitchFamily="2" charset="2"/>
              <a:buChar char="ü"/>
            </a:pPr>
            <a:r>
              <a:rPr lang="en-US" sz="2500" dirty="0"/>
              <a:t>Je </a:t>
            </a:r>
            <a:r>
              <a:rPr lang="en-US" sz="2500" dirty="0" err="1"/>
              <a:t>kunt</a:t>
            </a:r>
            <a:r>
              <a:rPr lang="en-US" sz="2500" dirty="0"/>
              <a:t> </a:t>
            </a:r>
            <a:r>
              <a:rPr lang="en-US" sz="2500" dirty="0" err="1"/>
              <a:t>teksten</a:t>
            </a:r>
            <a:r>
              <a:rPr lang="en-US" sz="2500" dirty="0"/>
              <a:t> </a:t>
            </a:r>
            <a:r>
              <a:rPr lang="en-US" sz="2500" dirty="0" err="1"/>
              <a:t>schrijven</a:t>
            </a:r>
            <a:r>
              <a:rPr lang="en-US" sz="2500" dirty="0"/>
              <a:t>, </a:t>
            </a:r>
            <a:r>
              <a:rPr lang="en-US" sz="2500" dirty="0" err="1"/>
              <a:t>ertegen</a:t>
            </a:r>
            <a:r>
              <a:rPr lang="en-US" sz="2500" dirty="0"/>
              <a:t> </a:t>
            </a:r>
            <a:r>
              <a:rPr lang="en-US" sz="2500" dirty="0" err="1"/>
              <a:t>praten</a:t>
            </a:r>
            <a:r>
              <a:rPr lang="en-US" sz="2500" dirty="0"/>
              <a:t>, code </a:t>
            </a:r>
            <a:r>
              <a:rPr lang="en-US" sz="2500" dirty="0" err="1"/>
              <a:t>schrijven</a:t>
            </a:r>
            <a:r>
              <a:rPr lang="en-US" sz="2500" dirty="0"/>
              <a:t>, data </a:t>
            </a:r>
            <a:r>
              <a:rPr lang="en-US" sz="2500" dirty="0" err="1"/>
              <a:t>analyseren</a:t>
            </a:r>
            <a:r>
              <a:rPr lang="en-US" sz="2500" dirty="0"/>
              <a:t> </a:t>
            </a:r>
            <a:r>
              <a:rPr lang="en-US" sz="2500" dirty="0" err="1"/>
              <a:t>en</a:t>
            </a:r>
            <a:r>
              <a:rPr lang="en-US" sz="2500" dirty="0"/>
              <a:t> </a:t>
            </a:r>
            <a:r>
              <a:rPr lang="en-US" sz="2500" dirty="0" err="1"/>
              <a:t>kan</a:t>
            </a:r>
            <a:r>
              <a:rPr lang="en-US" sz="2500" dirty="0"/>
              <a:t> je </a:t>
            </a:r>
            <a:r>
              <a:rPr lang="en-US" sz="2500" dirty="0" err="1"/>
              <a:t>helpen</a:t>
            </a:r>
            <a:r>
              <a:rPr lang="en-US" sz="2500" dirty="0"/>
              <a:t> </a:t>
            </a:r>
            <a:r>
              <a:rPr lang="en-US" sz="2500" dirty="0" err="1"/>
              <a:t>vragen</a:t>
            </a:r>
            <a:r>
              <a:rPr lang="en-US" sz="2500" dirty="0"/>
              <a:t> </a:t>
            </a:r>
            <a:r>
              <a:rPr lang="en-US" sz="2500" dirty="0" err="1"/>
              <a:t>te</a:t>
            </a:r>
            <a:r>
              <a:rPr lang="en-US" sz="2500" dirty="0"/>
              <a:t> </a:t>
            </a:r>
            <a:r>
              <a:rPr lang="en-US" sz="2500" dirty="0" err="1"/>
              <a:t>beantwoorden</a:t>
            </a:r>
            <a:endParaRPr lang="en-US" sz="2500" dirty="0"/>
          </a:p>
          <a:p>
            <a:pPr marL="342900" indent="-342900">
              <a:lnSpc>
                <a:spcPct val="110000"/>
              </a:lnSpc>
              <a:buFont typeface="Wingdings" panose="05000000000000000000" pitchFamily="2" charset="2"/>
              <a:buChar char="ü"/>
            </a:pPr>
            <a:r>
              <a:rPr lang="en-US" sz="2500" dirty="0"/>
              <a:t>AI </a:t>
            </a:r>
            <a:r>
              <a:rPr lang="en-US" sz="2500" dirty="0" err="1"/>
              <a:t>kan</a:t>
            </a:r>
            <a:r>
              <a:rPr lang="en-US" sz="2500" dirty="0"/>
              <a:t> </a:t>
            </a:r>
            <a:r>
              <a:rPr lang="en-US" sz="2500" dirty="0" err="1"/>
              <a:t>onjuiste</a:t>
            </a:r>
            <a:r>
              <a:rPr lang="en-US" sz="2500" dirty="0"/>
              <a:t> </a:t>
            </a:r>
            <a:r>
              <a:rPr lang="en-US" sz="2500" dirty="0" err="1"/>
              <a:t>feiten</a:t>
            </a:r>
            <a:r>
              <a:rPr lang="en-US" sz="2500" dirty="0"/>
              <a:t> </a:t>
            </a:r>
            <a:r>
              <a:rPr lang="en-US" sz="2500" dirty="0" err="1"/>
              <a:t>presenteren</a:t>
            </a:r>
            <a:r>
              <a:rPr lang="en-US" sz="2500" dirty="0"/>
              <a:t>, </a:t>
            </a:r>
            <a:r>
              <a:rPr lang="en-US" sz="2500" dirty="0" err="1"/>
              <a:t>vooroordeel</a:t>
            </a:r>
            <a:r>
              <a:rPr lang="en-US" sz="2500" dirty="0"/>
              <a:t> door de </a:t>
            </a:r>
            <a:r>
              <a:rPr lang="en-US" sz="2500" dirty="0" err="1"/>
              <a:t>trainingsdata</a:t>
            </a:r>
            <a:r>
              <a:rPr lang="en-US" sz="2500" dirty="0"/>
              <a:t> (BIAS). </a:t>
            </a:r>
            <a:r>
              <a:rPr lang="en-US" sz="2500" dirty="0" err="1"/>
              <a:t>Juridische</a:t>
            </a:r>
            <a:r>
              <a:rPr lang="en-US" sz="2500" dirty="0"/>
              <a:t> </a:t>
            </a:r>
            <a:r>
              <a:rPr lang="en-US" sz="2500" dirty="0" err="1"/>
              <a:t>en</a:t>
            </a:r>
            <a:r>
              <a:rPr lang="en-US" sz="2500" dirty="0"/>
              <a:t> privacy regels (AI-act) </a:t>
            </a:r>
            <a:r>
              <a:rPr lang="en-US" sz="2500" dirty="0" err="1"/>
              <a:t>nog</a:t>
            </a:r>
            <a:r>
              <a:rPr lang="en-US" sz="2500" dirty="0"/>
              <a:t> in </a:t>
            </a:r>
            <a:r>
              <a:rPr lang="en-US" sz="2500" dirty="0" err="1"/>
              <a:t>ontwikkeling</a:t>
            </a:r>
            <a:r>
              <a:rPr lang="en-US" sz="2500" dirty="0"/>
              <a:t>. </a:t>
            </a:r>
            <a:r>
              <a:rPr lang="en-US" sz="2500" dirty="0" err="1"/>
              <a:t>bandvorming</a:t>
            </a:r>
            <a:endParaRPr lang="en-US" sz="2500" dirty="0"/>
          </a:p>
        </p:txBody>
      </p:sp>
      <p:pic>
        <p:nvPicPr>
          <p:cNvPr id="6" name="Afbeelding 5">
            <a:extLst>
              <a:ext uri="{FF2B5EF4-FFF2-40B4-BE49-F238E27FC236}">
                <a16:creationId xmlns:a16="http://schemas.microsoft.com/office/drawing/2014/main" id="{760118A7-6C9C-DD85-31BF-553A6FFDCD20}"/>
              </a:ext>
            </a:extLst>
          </p:cNvPr>
          <p:cNvPicPr>
            <a:picLocks noChangeAspect="1"/>
          </p:cNvPicPr>
          <p:nvPr/>
        </p:nvPicPr>
        <p:blipFill>
          <a:blip r:embed="rId4"/>
          <a:srcRect b="4136"/>
          <a:stretch>
            <a:fillRect/>
          </a:stretch>
        </p:blipFill>
        <p:spPr>
          <a:xfrm>
            <a:off x="1524000" y="846822"/>
            <a:ext cx="3531365" cy="4978400"/>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grpSp>
        <p:nvGrpSpPr>
          <p:cNvPr id="145" name="Group 72">
            <a:extLst>
              <a:ext uri="{FF2B5EF4-FFF2-40B4-BE49-F238E27FC236}">
                <a16:creationId xmlns:a16="http://schemas.microsoft.com/office/drawing/2014/main" id="{991FDBCC-CEF4-4B54-8508-90670DA1E1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46" name="Freeform 32">
              <a:extLst>
                <a:ext uri="{FF2B5EF4-FFF2-40B4-BE49-F238E27FC236}">
                  <a16:creationId xmlns:a16="http://schemas.microsoft.com/office/drawing/2014/main" id="{BAE5C55D-F634-4A90-83A9-1C3A8784F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5" name="Freeform 33">
              <a:extLst>
                <a:ext uri="{FF2B5EF4-FFF2-40B4-BE49-F238E27FC236}">
                  <a16:creationId xmlns:a16="http://schemas.microsoft.com/office/drawing/2014/main" id="{A9699A54-FFCB-4BBF-B2AF-029E127615D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76" name="Freeform 34">
              <a:extLst>
                <a:ext uri="{FF2B5EF4-FFF2-40B4-BE49-F238E27FC236}">
                  <a16:creationId xmlns:a16="http://schemas.microsoft.com/office/drawing/2014/main" id="{D02B4EE5-0E95-4638-8264-80307580C94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47" name="Freeform 35">
              <a:extLst>
                <a:ext uri="{FF2B5EF4-FFF2-40B4-BE49-F238E27FC236}">
                  <a16:creationId xmlns:a16="http://schemas.microsoft.com/office/drawing/2014/main" id="{2E23494F-0D2C-473D-AFB3-3D2E3DC760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48" name="Freeform 36">
              <a:extLst>
                <a:ext uri="{FF2B5EF4-FFF2-40B4-BE49-F238E27FC236}">
                  <a16:creationId xmlns:a16="http://schemas.microsoft.com/office/drawing/2014/main" id="{CD8EC9AE-E0F2-495F-8247-B7B32845C3D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49" name="Freeform 37">
              <a:extLst>
                <a:ext uri="{FF2B5EF4-FFF2-40B4-BE49-F238E27FC236}">
                  <a16:creationId xmlns:a16="http://schemas.microsoft.com/office/drawing/2014/main" id="{0BDF6D09-B12A-4B3A-81EB-44E7C6C5BC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50" name="Freeform 38">
              <a:extLst>
                <a:ext uri="{FF2B5EF4-FFF2-40B4-BE49-F238E27FC236}">
                  <a16:creationId xmlns:a16="http://schemas.microsoft.com/office/drawing/2014/main" id="{EFB300B0-64FE-4891-9F79-B2E60E2EC2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51" name="Freeform 39">
              <a:extLst>
                <a:ext uri="{FF2B5EF4-FFF2-40B4-BE49-F238E27FC236}">
                  <a16:creationId xmlns:a16="http://schemas.microsoft.com/office/drawing/2014/main" id="{AE781A32-2965-4A89-9EDA-9E65AF2A7F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52" name="Freeform 40">
              <a:extLst>
                <a:ext uri="{FF2B5EF4-FFF2-40B4-BE49-F238E27FC236}">
                  <a16:creationId xmlns:a16="http://schemas.microsoft.com/office/drawing/2014/main" id="{D040EF2E-3B91-4C46-8347-1E2495C2E09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53" name="Rectangle 41">
              <a:extLst>
                <a:ext uri="{FF2B5EF4-FFF2-40B4-BE49-F238E27FC236}">
                  <a16:creationId xmlns:a16="http://schemas.microsoft.com/office/drawing/2014/main" id="{D677C0FC-FCC5-4EDE-A134-5035DC7F3F6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grpSp>
    </p:spTree>
    <p:extLst>
      <p:ext uri="{BB962C8B-B14F-4D97-AF65-F5344CB8AC3E}">
        <p14:creationId xmlns:p14="http://schemas.microsoft.com/office/powerpoint/2010/main" val="3323720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A03DCA4F-603E-151D-8A78-2CE93D91585D}"/>
            </a:ext>
          </a:extLst>
        </p:cNvPr>
        <p:cNvGrpSpPr/>
        <p:nvPr/>
      </p:nvGrpSpPr>
      <p:grpSpPr>
        <a:xfrm>
          <a:off x="0" y="0"/>
          <a:ext cx="0" cy="0"/>
          <a:chOff x="0" y="0"/>
          <a:chExt cx="0" cy="0"/>
        </a:xfrm>
      </p:grpSpPr>
      <p:grpSp>
        <p:nvGrpSpPr>
          <p:cNvPr id="126" name="Group 125">
            <a:extLst>
              <a:ext uri="{FF2B5EF4-FFF2-40B4-BE49-F238E27FC236}">
                <a16:creationId xmlns:a16="http://schemas.microsoft.com/office/drawing/2014/main" id="{0AA0ABC4-450E-8BC5-69F7-5167332C3C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27" name="Rectangle 126">
              <a:extLst>
                <a:ext uri="{FF2B5EF4-FFF2-40B4-BE49-F238E27FC236}">
                  <a16:creationId xmlns:a16="http://schemas.microsoft.com/office/drawing/2014/main" id="{C6900AB1-ED57-9042-98A4-77F8642193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pic>
          <p:nvPicPr>
            <p:cNvPr id="128" name="Picture 2">
              <a:extLst>
                <a:ext uri="{FF2B5EF4-FFF2-40B4-BE49-F238E27FC236}">
                  <a16:creationId xmlns:a16="http://schemas.microsoft.com/office/drawing/2014/main" id="{22817E32-1C24-4FEE-C14A-4CDCA9A997E1}"/>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4">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sp>
        <p:nvSpPr>
          <p:cNvPr id="3" name="Ondertitel 2">
            <a:extLst>
              <a:ext uri="{FF2B5EF4-FFF2-40B4-BE49-F238E27FC236}">
                <a16:creationId xmlns:a16="http://schemas.microsoft.com/office/drawing/2014/main" id="{0AEEB265-62E1-2FD0-8B13-AEF2C5634186}"/>
              </a:ext>
            </a:extLst>
          </p:cNvPr>
          <p:cNvSpPr>
            <a:spLocks noGrp="1"/>
          </p:cNvSpPr>
          <p:nvPr>
            <p:ph type="subTitle" idx="1"/>
          </p:nvPr>
        </p:nvSpPr>
        <p:spPr>
          <a:xfrm>
            <a:off x="1602234" y="3692320"/>
            <a:ext cx="9163048" cy="2538821"/>
          </a:xfrm>
        </p:spPr>
        <p:txBody>
          <a:bodyPr anchor="t">
            <a:normAutofit fontScale="77500" lnSpcReduction="20000"/>
          </a:bodyPr>
          <a:lstStyle/>
          <a:p>
            <a:pPr>
              <a:lnSpc>
                <a:spcPct val="110000"/>
              </a:lnSpc>
            </a:pPr>
            <a:r>
              <a:rPr lang="nl-NL" sz="3200" dirty="0" err="1"/>
              <a:t>DEMOGRAfIsch</a:t>
            </a:r>
            <a:r>
              <a:rPr lang="nl-NL" sz="3200" dirty="0"/>
              <a:t>, Vergrijzing, gebrek aan arbeidskrachten</a:t>
            </a:r>
          </a:p>
          <a:p>
            <a:pPr>
              <a:lnSpc>
                <a:spcPct val="110000"/>
              </a:lnSpc>
            </a:pPr>
            <a:r>
              <a:rPr lang="nl-NL" sz="3200" dirty="0"/>
              <a:t>behoefte aan zorg</a:t>
            </a:r>
          </a:p>
          <a:p>
            <a:pPr>
              <a:lnSpc>
                <a:spcPct val="110000"/>
              </a:lnSpc>
            </a:pPr>
            <a:r>
              <a:rPr lang="nl-NL" sz="3200" dirty="0"/>
              <a:t>NAO bij kinderen met diabetes, onderwijs</a:t>
            </a:r>
          </a:p>
          <a:p>
            <a:pPr>
              <a:lnSpc>
                <a:spcPct val="110000"/>
              </a:lnSpc>
            </a:pPr>
            <a:r>
              <a:rPr lang="nl-NL" sz="3200" dirty="0" err="1"/>
              <a:t>Pepper</a:t>
            </a:r>
            <a:r>
              <a:rPr lang="nl-NL" sz="3200" dirty="0"/>
              <a:t> voor recepties</a:t>
            </a:r>
          </a:p>
          <a:p>
            <a:pPr>
              <a:lnSpc>
                <a:spcPct val="110000"/>
              </a:lnSpc>
            </a:pPr>
            <a:r>
              <a:rPr lang="nl-NL" sz="3200" dirty="0"/>
              <a:t>Digitale agent in andere landen</a:t>
            </a:r>
          </a:p>
          <a:p>
            <a:pPr>
              <a:lnSpc>
                <a:spcPct val="110000"/>
              </a:lnSpc>
            </a:pPr>
            <a:endParaRPr lang="nl-NL" sz="500" dirty="0"/>
          </a:p>
          <a:p>
            <a:pPr>
              <a:lnSpc>
                <a:spcPct val="110000"/>
              </a:lnSpc>
            </a:pPr>
            <a:endParaRPr lang="nl-NL" sz="500" dirty="0"/>
          </a:p>
          <a:p>
            <a:pPr>
              <a:lnSpc>
                <a:spcPct val="110000"/>
              </a:lnSpc>
            </a:pPr>
            <a:endParaRPr lang="nl-NL" sz="500" dirty="0"/>
          </a:p>
          <a:p>
            <a:pPr>
              <a:lnSpc>
                <a:spcPct val="110000"/>
              </a:lnSpc>
            </a:pPr>
            <a:endParaRPr lang="nl-NL" sz="500" dirty="0"/>
          </a:p>
        </p:txBody>
      </p:sp>
      <p:grpSp>
        <p:nvGrpSpPr>
          <p:cNvPr id="130" name="Group 129">
            <a:extLst>
              <a:ext uri="{FF2B5EF4-FFF2-40B4-BE49-F238E27FC236}">
                <a16:creationId xmlns:a16="http://schemas.microsoft.com/office/drawing/2014/main" id="{02EC8A37-D54F-417D-314B-A39B9721A39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31" name="Rectangle 5">
              <a:extLst>
                <a:ext uri="{FF2B5EF4-FFF2-40B4-BE49-F238E27FC236}">
                  <a16:creationId xmlns:a16="http://schemas.microsoft.com/office/drawing/2014/main" id="{D844EFB9-B1D5-F3F9-AE96-E44A1C6CD80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2" name="Freeform 6">
              <a:extLst>
                <a:ext uri="{FF2B5EF4-FFF2-40B4-BE49-F238E27FC236}">
                  <a16:creationId xmlns:a16="http://schemas.microsoft.com/office/drawing/2014/main" id="{FD598636-6963-74FF-1DC2-4C9EA7935CE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3" name="Freeform 7">
              <a:extLst>
                <a:ext uri="{FF2B5EF4-FFF2-40B4-BE49-F238E27FC236}">
                  <a16:creationId xmlns:a16="http://schemas.microsoft.com/office/drawing/2014/main" id="{EF89ADB2-EE2A-752E-DAD1-4D870D6BFF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4" name="Freeform 8">
              <a:extLst>
                <a:ext uri="{FF2B5EF4-FFF2-40B4-BE49-F238E27FC236}">
                  <a16:creationId xmlns:a16="http://schemas.microsoft.com/office/drawing/2014/main" id="{AE15E077-40B4-B1A2-45C1-D22D0A494D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5" name="Freeform 9">
              <a:extLst>
                <a:ext uri="{FF2B5EF4-FFF2-40B4-BE49-F238E27FC236}">
                  <a16:creationId xmlns:a16="http://schemas.microsoft.com/office/drawing/2014/main" id="{D1D6D886-35B7-7504-4D96-2594F579F40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6" name="Freeform 10">
              <a:extLst>
                <a:ext uri="{FF2B5EF4-FFF2-40B4-BE49-F238E27FC236}">
                  <a16:creationId xmlns:a16="http://schemas.microsoft.com/office/drawing/2014/main" id="{2E93F0E1-58A2-D005-36E7-E963338ED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7" name="Freeform 11">
              <a:extLst>
                <a:ext uri="{FF2B5EF4-FFF2-40B4-BE49-F238E27FC236}">
                  <a16:creationId xmlns:a16="http://schemas.microsoft.com/office/drawing/2014/main" id="{B99428F8-43B1-560B-A902-1C6263EFD0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8" name="Freeform 12">
              <a:extLst>
                <a:ext uri="{FF2B5EF4-FFF2-40B4-BE49-F238E27FC236}">
                  <a16:creationId xmlns:a16="http://schemas.microsoft.com/office/drawing/2014/main" id="{7C188883-6056-8F5D-5CD1-A1B3CA49669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9" name="Freeform 13">
              <a:extLst>
                <a:ext uri="{FF2B5EF4-FFF2-40B4-BE49-F238E27FC236}">
                  <a16:creationId xmlns:a16="http://schemas.microsoft.com/office/drawing/2014/main" id="{9730131C-830B-ED32-561F-40254AEB127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0" name="Freeform 14">
              <a:extLst>
                <a:ext uri="{FF2B5EF4-FFF2-40B4-BE49-F238E27FC236}">
                  <a16:creationId xmlns:a16="http://schemas.microsoft.com/office/drawing/2014/main" id="{3AEB80BB-2E7D-B676-C9D1-BF2A1118F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1" name="Freeform 15">
              <a:extLst>
                <a:ext uri="{FF2B5EF4-FFF2-40B4-BE49-F238E27FC236}">
                  <a16:creationId xmlns:a16="http://schemas.microsoft.com/office/drawing/2014/main" id="{E0CC97D7-160B-19D3-CB7A-33CA8F869B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2" name="Line 16">
              <a:extLst>
                <a:ext uri="{FF2B5EF4-FFF2-40B4-BE49-F238E27FC236}">
                  <a16:creationId xmlns:a16="http://schemas.microsoft.com/office/drawing/2014/main" id="{B1CAB48F-16B9-0D09-B898-9C123567A15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3" name="Freeform 17">
              <a:extLst>
                <a:ext uri="{FF2B5EF4-FFF2-40B4-BE49-F238E27FC236}">
                  <a16:creationId xmlns:a16="http://schemas.microsoft.com/office/drawing/2014/main" id="{CCDFA8F4-C835-68FB-2E68-5515E5680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4" name="Freeform 18">
              <a:extLst>
                <a:ext uri="{FF2B5EF4-FFF2-40B4-BE49-F238E27FC236}">
                  <a16:creationId xmlns:a16="http://schemas.microsoft.com/office/drawing/2014/main" id="{45A46BFC-90E7-8CD6-38AB-3F43644B47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5" name="Freeform 19">
              <a:extLst>
                <a:ext uri="{FF2B5EF4-FFF2-40B4-BE49-F238E27FC236}">
                  <a16:creationId xmlns:a16="http://schemas.microsoft.com/office/drawing/2014/main" id="{585CEF2A-4C4A-487D-C6BE-781B7880BC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6" name="Freeform 20">
              <a:extLst>
                <a:ext uri="{FF2B5EF4-FFF2-40B4-BE49-F238E27FC236}">
                  <a16:creationId xmlns:a16="http://schemas.microsoft.com/office/drawing/2014/main" id="{D53C8E39-78B0-EF6F-FB02-28EE471FCF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7" name="Rectangle 21">
              <a:extLst>
                <a:ext uri="{FF2B5EF4-FFF2-40B4-BE49-F238E27FC236}">
                  <a16:creationId xmlns:a16="http://schemas.microsoft.com/office/drawing/2014/main" id="{C8B78335-B017-2538-1EA7-CF3596D592F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8" name="Freeform 22">
              <a:extLst>
                <a:ext uri="{FF2B5EF4-FFF2-40B4-BE49-F238E27FC236}">
                  <a16:creationId xmlns:a16="http://schemas.microsoft.com/office/drawing/2014/main" id="{C30DA28D-7305-2690-B923-DD0188309E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9" name="Freeform 23">
              <a:extLst>
                <a:ext uri="{FF2B5EF4-FFF2-40B4-BE49-F238E27FC236}">
                  <a16:creationId xmlns:a16="http://schemas.microsoft.com/office/drawing/2014/main" id="{BE34C471-A983-DCAE-F92F-55A0047A446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0" name="Freeform 24">
              <a:extLst>
                <a:ext uri="{FF2B5EF4-FFF2-40B4-BE49-F238E27FC236}">
                  <a16:creationId xmlns:a16="http://schemas.microsoft.com/office/drawing/2014/main" id="{9C3B2CC2-9141-CDC8-33A8-B199E7DF2E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1" name="Freeform 25">
              <a:extLst>
                <a:ext uri="{FF2B5EF4-FFF2-40B4-BE49-F238E27FC236}">
                  <a16:creationId xmlns:a16="http://schemas.microsoft.com/office/drawing/2014/main" id="{2B29226C-F883-0952-7B68-F72CD7BC6C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2" name="Freeform 26">
              <a:extLst>
                <a:ext uri="{FF2B5EF4-FFF2-40B4-BE49-F238E27FC236}">
                  <a16:creationId xmlns:a16="http://schemas.microsoft.com/office/drawing/2014/main" id="{45EDB803-324F-A4C6-B4C5-062E1D579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3" name="Freeform 27">
              <a:extLst>
                <a:ext uri="{FF2B5EF4-FFF2-40B4-BE49-F238E27FC236}">
                  <a16:creationId xmlns:a16="http://schemas.microsoft.com/office/drawing/2014/main" id="{4CEF03FD-A07A-D310-1463-4D43D0414A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4" name="Freeform 28">
              <a:extLst>
                <a:ext uri="{FF2B5EF4-FFF2-40B4-BE49-F238E27FC236}">
                  <a16:creationId xmlns:a16="http://schemas.microsoft.com/office/drawing/2014/main" id="{587E1060-0E07-FB13-98D7-908D94627A7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5" name="Freeform 29">
              <a:extLst>
                <a:ext uri="{FF2B5EF4-FFF2-40B4-BE49-F238E27FC236}">
                  <a16:creationId xmlns:a16="http://schemas.microsoft.com/office/drawing/2014/main" id="{19D8DBF7-EA18-A019-7D49-141518EF403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6" name="Freeform 30">
              <a:extLst>
                <a:ext uri="{FF2B5EF4-FFF2-40B4-BE49-F238E27FC236}">
                  <a16:creationId xmlns:a16="http://schemas.microsoft.com/office/drawing/2014/main" id="{4968E304-B425-5CBD-4DAD-441B3CD9C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7" name="Freeform 31">
              <a:extLst>
                <a:ext uri="{FF2B5EF4-FFF2-40B4-BE49-F238E27FC236}">
                  <a16:creationId xmlns:a16="http://schemas.microsoft.com/office/drawing/2014/main" id="{9D7BA73E-7C3F-F5C7-0B2D-9864957158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grpSp>
      <p:pic>
        <p:nvPicPr>
          <p:cNvPr id="6" name="Afbeelding 5">
            <a:extLst>
              <a:ext uri="{FF2B5EF4-FFF2-40B4-BE49-F238E27FC236}">
                <a16:creationId xmlns:a16="http://schemas.microsoft.com/office/drawing/2014/main" id="{C947A89D-0723-32A5-CD2E-340B4457FE50}"/>
              </a:ext>
            </a:extLst>
          </p:cNvPr>
          <p:cNvPicPr>
            <a:picLocks noChangeAspect="1"/>
          </p:cNvPicPr>
          <p:nvPr/>
        </p:nvPicPr>
        <p:blipFill>
          <a:blip r:embed="rId5"/>
          <a:srcRect r="4" b="41937"/>
          <a:stretch>
            <a:fillRect/>
          </a:stretch>
        </p:blipFill>
        <p:spPr>
          <a:xfrm>
            <a:off x="1602234" y="606425"/>
            <a:ext cx="2740733" cy="2619571"/>
          </a:xfrm>
          <a:custGeom>
            <a:avLst/>
            <a:gdLst/>
            <a:ahLst/>
            <a:cxnLst/>
            <a:rect l="l" t="t" r="r" b="b"/>
            <a:pathLst>
              <a:path w="4874998" h="3299778">
                <a:moveTo>
                  <a:pt x="160369" y="0"/>
                </a:moveTo>
                <a:lnTo>
                  <a:pt x="4874998" y="0"/>
                </a:lnTo>
                <a:lnTo>
                  <a:pt x="4874998" y="3299778"/>
                </a:lnTo>
                <a:lnTo>
                  <a:pt x="0" y="3299778"/>
                </a:lnTo>
                <a:lnTo>
                  <a:pt x="0" y="160369"/>
                </a:lnTo>
                <a:cubicBezTo>
                  <a:pt x="0" y="71800"/>
                  <a:pt x="71800" y="0"/>
                  <a:pt x="160369" y="0"/>
                </a:cubicBezTo>
                <a:close/>
              </a:path>
            </a:pathLst>
          </a:cu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pic>
        <p:nvPicPr>
          <p:cNvPr id="5" name="Afbeelding 4">
            <a:extLst>
              <a:ext uri="{FF2B5EF4-FFF2-40B4-BE49-F238E27FC236}">
                <a16:creationId xmlns:a16="http://schemas.microsoft.com/office/drawing/2014/main" id="{DA2A1F26-6AA6-3475-B93D-2E66A364EFBD}"/>
              </a:ext>
            </a:extLst>
          </p:cNvPr>
          <p:cNvPicPr>
            <a:picLocks noChangeAspect="1"/>
          </p:cNvPicPr>
          <p:nvPr/>
        </p:nvPicPr>
        <p:blipFill>
          <a:blip r:embed="rId6"/>
          <a:srcRect t="5099" r="2" b="55262"/>
          <a:stretch>
            <a:fillRect/>
          </a:stretch>
        </p:blipFill>
        <p:spPr>
          <a:xfrm>
            <a:off x="4494918" y="606425"/>
            <a:ext cx="3200400" cy="2575915"/>
          </a:xfrm>
          <a:prstGeom prst="rect">
            <a:avLst/>
          </a:prstGeom>
          <a:ln w="19050" cap="sq">
            <a:solidFill>
              <a:schemeClr val="tx2">
                <a:lumMod val="60000"/>
                <a:lumOff val="40000"/>
                <a:alpha val="60000"/>
              </a:schemeClr>
            </a:solidFill>
            <a:miter lim="800000"/>
          </a:ln>
          <a:effectLst>
            <a:outerShdw blurRad="88900" dist="38100" dir="5400000" algn="tl" rotWithShape="0">
              <a:prstClr val="black">
                <a:alpha val="40000"/>
              </a:prstClr>
            </a:outerShdw>
          </a:effectLst>
        </p:spPr>
      </p:pic>
      <p:grpSp>
        <p:nvGrpSpPr>
          <p:cNvPr id="159" name="Group 158">
            <a:extLst>
              <a:ext uri="{FF2B5EF4-FFF2-40B4-BE49-F238E27FC236}">
                <a16:creationId xmlns:a16="http://schemas.microsoft.com/office/drawing/2014/main" id="{0D82D268-82CE-5ECB-38E1-74C1D507CAA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60" name="Freeform 32">
              <a:extLst>
                <a:ext uri="{FF2B5EF4-FFF2-40B4-BE49-F238E27FC236}">
                  <a16:creationId xmlns:a16="http://schemas.microsoft.com/office/drawing/2014/main" id="{C41613B7-A12D-F515-1D4F-BB85E4C64A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1" name="Freeform 33">
              <a:extLst>
                <a:ext uri="{FF2B5EF4-FFF2-40B4-BE49-F238E27FC236}">
                  <a16:creationId xmlns:a16="http://schemas.microsoft.com/office/drawing/2014/main" id="{373A84A9-2D1C-E236-E7E6-6D2E34FADF2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2" name="Freeform 34">
              <a:extLst>
                <a:ext uri="{FF2B5EF4-FFF2-40B4-BE49-F238E27FC236}">
                  <a16:creationId xmlns:a16="http://schemas.microsoft.com/office/drawing/2014/main" id="{9F2D858E-BFC3-E80B-71DC-219A324BDA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3" name="Freeform 35">
              <a:extLst>
                <a:ext uri="{FF2B5EF4-FFF2-40B4-BE49-F238E27FC236}">
                  <a16:creationId xmlns:a16="http://schemas.microsoft.com/office/drawing/2014/main" id="{0E6DE2C5-7F8F-2C92-6CB7-0C0A840A9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4" name="Freeform 36">
              <a:extLst>
                <a:ext uri="{FF2B5EF4-FFF2-40B4-BE49-F238E27FC236}">
                  <a16:creationId xmlns:a16="http://schemas.microsoft.com/office/drawing/2014/main" id="{0687A728-CB13-F10B-411B-917BC608C2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5" name="Freeform 37">
              <a:extLst>
                <a:ext uri="{FF2B5EF4-FFF2-40B4-BE49-F238E27FC236}">
                  <a16:creationId xmlns:a16="http://schemas.microsoft.com/office/drawing/2014/main" id="{A05D9DDE-6E32-07F9-3F85-06C95B2619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6" name="Freeform 38">
              <a:extLst>
                <a:ext uri="{FF2B5EF4-FFF2-40B4-BE49-F238E27FC236}">
                  <a16:creationId xmlns:a16="http://schemas.microsoft.com/office/drawing/2014/main" id="{44471695-3B20-85D2-5BCE-DF494D06818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7" name="Freeform 39">
              <a:extLst>
                <a:ext uri="{FF2B5EF4-FFF2-40B4-BE49-F238E27FC236}">
                  <a16:creationId xmlns:a16="http://schemas.microsoft.com/office/drawing/2014/main" id="{D94D0D3A-E8CC-BA5B-8734-F8F67F2CF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8" name="Freeform 40">
              <a:extLst>
                <a:ext uri="{FF2B5EF4-FFF2-40B4-BE49-F238E27FC236}">
                  <a16:creationId xmlns:a16="http://schemas.microsoft.com/office/drawing/2014/main" id="{4A7B1FC4-2896-75C1-7A9C-79EA3FE7F88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9" name="Rectangle 41">
              <a:extLst>
                <a:ext uri="{FF2B5EF4-FFF2-40B4-BE49-F238E27FC236}">
                  <a16:creationId xmlns:a16="http://schemas.microsoft.com/office/drawing/2014/main" id="{BC97050F-1CC7-A3BF-F630-E4E8F786C25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grpSp>
      <p:sp>
        <p:nvSpPr>
          <p:cNvPr id="2" name="Ondertitel 2">
            <a:extLst>
              <a:ext uri="{FF2B5EF4-FFF2-40B4-BE49-F238E27FC236}">
                <a16:creationId xmlns:a16="http://schemas.microsoft.com/office/drawing/2014/main" id="{974121E6-BFFE-943F-F662-F6CEEE64B81E}"/>
              </a:ext>
            </a:extLst>
          </p:cNvPr>
          <p:cNvSpPr txBox="1">
            <a:spLocks/>
          </p:cNvSpPr>
          <p:nvPr/>
        </p:nvSpPr>
        <p:spPr>
          <a:xfrm>
            <a:off x="1480702" y="1731"/>
            <a:ext cx="8076527" cy="775351"/>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SzPct val="125000"/>
              <a:buFont typeface="Arial" panose="020B0604020202020204" pitchFamily="34" charset="0"/>
              <a:buNone/>
              <a:defRPr sz="2000" kern="1200" cap="all" baseline="0">
                <a:solidFill>
                  <a:schemeClr val="tx2"/>
                </a:solidFill>
                <a:latin typeface="+mn-lt"/>
                <a:ea typeface="+mn-ea"/>
                <a:cs typeface="+mn-cs"/>
              </a:defRPr>
            </a:lvl1pPr>
            <a:lvl2pPr marL="457200" indent="0" algn="ctr" defTabSz="914400" rtl="0" eaLnBrk="1" latinLnBrk="0" hangingPunct="1">
              <a:lnSpc>
                <a:spcPct val="120000"/>
              </a:lnSpc>
              <a:spcBef>
                <a:spcPts val="500"/>
              </a:spcBef>
              <a:buSzPct val="125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125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9pPr>
          </a:lstStyle>
          <a:p>
            <a:r>
              <a:rPr lang="nl-NL" b="1" dirty="0">
                <a:solidFill>
                  <a:schemeClr val="bg2"/>
                </a:solidFill>
              </a:rPr>
              <a:t>Een nieuwe ordening van mens, machine en maatschappij</a:t>
            </a:r>
          </a:p>
          <a:p>
            <a:endParaRPr lang="nl-NL" sz="1800" dirty="0">
              <a:solidFill>
                <a:schemeClr val="bg2"/>
              </a:solidFill>
            </a:endParaRPr>
          </a:p>
          <a:p>
            <a:endParaRPr lang="nl-NL" sz="1800" dirty="0">
              <a:solidFill>
                <a:schemeClr val="bg2"/>
              </a:solidFill>
            </a:endParaRPr>
          </a:p>
          <a:p>
            <a:endParaRPr lang="nl-NL" sz="1800" dirty="0">
              <a:solidFill>
                <a:schemeClr val="bg2"/>
              </a:solidFill>
            </a:endParaRPr>
          </a:p>
          <a:p>
            <a:endParaRPr lang="nl-NL" sz="1800" dirty="0">
              <a:solidFill>
                <a:schemeClr val="bg2"/>
              </a:solidFill>
            </a:endParaRPr>
          </a:p>
          <a:p>
            <a:endParaRPr lang="nl-NL" sz="1800" dirty="0">
              <a:solidFill>
                <a:schemeClr val="bg2"/>
              </a:solidFill>
            </a:endParaRPr>
          </a:p>
        </p:txBody>
      </p:sp>
      <p:pic>
        <p:nvPicPr>
          <p:cNvPr id="7" name="Picture 6" descr="How cuddly robots could change dementia care | MIT Technology Review">
            <a:extLst>
              <a:ext uri="{FF2B5EF4-FFF2-40B4-BE49-F238E27FC236}">
                <a16:creationId xmlns:a16="http://schemas.microsoft.com/office/drawing/2014/main" id="{D77A8E3F-F2AC-B419-9FF1-A5545C979F40}"/>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7857495" y="562768"/>
            <a:ext cx="4172329" cy="26195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78383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48376EDB-531A-983D-F73C-E16CA474CE3A}"/>
            </a:ext>
          </a:extLst>
        </p:cNvPr>
        <p:cNvGrpSpPr/>
        <p:nvPr/>
      </p:nvGrpSpPr>
      <p:grpSpPr>
        <a:xfrm>
          <a:off x="0" y="0"/>
          <a:ext cx="0" cy="0"/>
          <a:chOff x="0" y="0"/>
          <a:chExt cx="0" cy="0"/>
        </a:xfrm>
      </p:grpSpPr>
      <p:grpSp>
        <p:nvGrpSpPr>
          <p:cNvPr id="126" name="Group 125">
            <a:extLst>
              <a:ext uri="{FF2B5EF4-FFF2-40B4-BE49-F238E27FC236}">
                <a16:creationId xmlns:a16="http://schemas.microsoft.com/office/drawing/2014/main" id="{3BAD0D0A-852E-341E-B047-78B7209BEB0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27" name="Rectangle 126">
              <a:extLst>
                <a:ext uri="{FF2B5EF4-FFF2-40B4-BE49-F238E27FC236}">
                  <a16:creationId xmlns:a16="http://schemas.microsoft.com/office/drawing/2014/main" id="{70AAFA4A-0C7B-F628-B615-012F26B94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pic>
          <p:nvPicPr>
            <p:cNvPr id="128" name="Picture 2">
              <a:extLst>
                <a:ext uri="{FF2B5EF4-FFF2-40B4-BE49-F238E27FC236}">
                  <a16:creationId xmlns:a16="http://schemas.microsoft.com/office/drawing/2014/main" id="{FCFE1A11-9B96-B5A1-5C4C-3ACA1DFFB02F}"/>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4">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sp>
        <p:nvSpPr>
          <p:cNvPr id="3" name="Ondertitel 2">
            <a:extLst>
              <a:ext uri="{FF2B5EF4-FFF2-40B4-BE49-F238E27FC236}">
                <a16:creationId xmlns:a16="http://schemas.microsoft.com/office/drawing/2014/main" id="{768EFFB1-F864-E316-73CB-D88B75FC802F}"/>
              </a:ext>
            </a:extLst>
          </p:cNvPr>
          <p:cNvSpPr>
            <a:spLocks noGrp="1"/>
          </p:cNvSpPr>
          <p:nvPr>
            <p:ph type="subTitle" idx="1"/>
          </p:nvPr>
        </p:nvSpPr>
        <p:spPr>
          <a:xfrm>
            <a:off x="1602233" y="3692320"/>
            <a:ext cx="9905553" cy="2538821"/>
          </a:xfrm>
        </p:spPr>
        <p:txBody>
          <a:bodyPr anchor="t">
            <a:normAutofit/>
          </a:bodyPr>
          <a:lstStyle/>
          <a:p>
            <a:pPr>
              <a:lnSpc>
                <a:spcPct val="110000"/>
              </a:lnSpc>
            </a:pPr>
            <a:r>
              <a:rPr lang="nl-NL" sz="2500" dirty="0"/>
              <a:t>Economische groei door Investeren in </a:t>
            </a:r>
            <a:r>
              <a:rPr lang="nl-NL" sz="2500" dirty="0" err="1"/>
              <a:t>AI&amp;Robotics</a:t>
            </a:r>
            <a:r>
              <a:rPr lang="nl-NL" sz="2500" dirty="0"/>
              <a:t> concurrentiepositie verstevigen,  Efficiency en overnemen van taken, herwaardering arbeid en kansen </a:t>
            </a:r>
          </a:p>
          <a:p>
            <a:pPr>
              <a:lnSpc>
                <a:spcPct val="110000"/>
              </a:lnSpc>
            </a:pPr>
            <a:endParaRPr lang="nl-NL" sz="3200" dirty="0"/>
          </a:p>
          <a:p>
            <a:pPr>
              <a:lnSpc>
                <a:spcPct val="110000"/>
              </a:lnSpc>
            </a:pPr>
            <a:endParaRPr lang="nl-NL" sz="500" dirty="0"/>
          </a:p>
          <a:p>
            <a:pPr>
              <a:lnSpc>
                <a:spcPct val="110000"/>
              </a:lnSpc>
            </a:pPr>
            <a:endParaRPr lang="nl-NL" sz="500" dirty="0"/>
          </a:p>
          <a:p>
            <a:pPr>
              <a:lnSpc>
                <a:spcPct val="110000"/>
              </a:lnSpc>
            </a:pPr>
            <a:endParaRPr lang="nl-NL" sz="500" dirty="0"/>
          </a:p>
          <a:p>
            <a:pPr>
              <a:lnSpc>
                <a:spcPct val="110000"/>
              </a:lnSpc>
            </a:pPr>
            <a:endParaRPr lang="nl-NL" sz="500" dirty="0"/>
          </a:p>
        </p:txBody>
      </p:sp>
      <p:grpSp>
        <p:nvGrpSpPr>
          <p:cNvPr id="130" name="Group 129">
            <a:extLst>
              <a:ext uri="{FF2B5EF4-FFF2-40B4-BE49-F238E27FC236}">
                <a16:creationId xmlns:a16="http://schemas.microsoft.com/office/drawing/2014/main" id="{DC3EE928-D604-0965-9D2A-8BD84203EC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31" name="Rectangle 5">
              <a:extLst>
                <a:ext uri="{FF2B5EF4-FFF2-40B4-BE49-F238E27FC236}">
                  <a16:creationId xmlns:a16="http://schemas.microsoft.com/office/drawing/2014/main" id="{5FF7511E-1F0C-911F-F82D-1E5BE18A7A6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2" name="Freeform 6">
              <a:extLst>
                <a:ext uri="{FF2B5EF4-FFF2-40B4-BE49-F238E27FC236}">
                  <a16:creationId xmlns:a16="http://schemas.microsoft.com/office/drawing/2014/main" id="{68B765B9-0BFF-E602-35C7-28382733FB8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3" name="Freeform 7">
              <a:extLst>
                <a:ext uri="{FF2B5EF4-FFF2-40B4-BE49-F238E27FC236}">
                  <a16:creationId xmlns:a16="http://schemas.microsoft.com/office/drawing/2014/main" id="{966213AB-7CAE-5FE7-B4A8-9D1ACE72D06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4" name="Freeform 8">
              <a:extLst>
                <a:ext uri="{FF2B5EF4-FFF2-40B4-BE49-F238E27FC236}">
                  <a16:creationId xmlns:a16="http://schemas.microsoft.com/office/drawing/2014/main" id="{D4E7318C-24FE-76B3-8DC0-81B2B099AE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5" name="Freeform 9">
              <a:extLst>
                <a:ext uri="{FF2B5EF4-FFF2-40B4-BE49-F238E27FC236}">
                  <a16:creationId xmlns:a16="http://schemas.microsoft.com/office/drawing/2014/main" id="{4AE807BF-5BD0-F441-3F3B-249D00FF2D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6" name="Freeform 10">
              <a:extLst>
                <a:ext uri="{FF2B5EF4-FFF2-40B4-BE49-F238E27FC236}">
                  <a16:creationId xmlns:a16="http://schemas.microsoft.com/office/drawing/2014/main" id="{EEF71A05-9E21-E0E2-4817-FFF80F42F4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7" name="Freeform 11">
              <a:extLst>
                <a:ext uri="{FF2B5EF4-FFF2-40B4-BE49-F238E27FC236}">
                  <a16:creationId xmlns:a16="http://schemas.microsoft.com/office/drawing/2014/main" id="{DFDDFD69-C7C3-7865-77B8-F73D2732AD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8" name="Freeform 12">
              <a:extLst>
                <a:ext uri="{FF2B5EF4-FFF2-40B4-BE49-F238E27FC236}">
                  <a16:creationId xmlns:a16="http://schemas.microsoft.com/office/drawing/2014/main" id="{2FCDEE2F-803A-4ED6-5756-78ACB3C87C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39" name="Freeform 13">
              <a:extLst>
                <a:ext uri="{FF2B5EF4-FFF2-40B4-BE49-F238E27FC236}">
                  <a16:creationId xmlns:a16="http://schemas.microsoft.com/office/drawing/2014/main" id="{66E105D6-F6C7-FE18-76E5-D6F3064F01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0" name="Freeform 14">
              <a:extLst>
                <a:ext uri="{FF2B5EF4-FFF2-40B4-BE49-F238E27FC236}">
                  <a16:creationId xmlns:a16="http://schemas.microsoft.com/office/drawing/2014/main" id="{53DDCB97-41FE-B4E0-5C41-BC3FB09FD3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1" name="Freeform 15">
              <a:extLst>
                <a:ext uri="{FF2B5EF4-FFF2-40B4-BE49-F238E27FC236}">
                  <a16:creationId xmlns:a16="http://schemas.microsoft.com/office/drawing/2014/main" id="{A2E744E0-41B1-BCED-A275-D8932C83739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2" name="Line 16">
              <a:extLst>
                <a:ext uri="{FF2B5EF4-FFF2-40B4-BE49-F238E27FC236}">
                  <a16:creationId xmlns:a16="http://schemas.microsoft.com/office/drawing/2014/main" id="{2DF2425E-CB90-6BF9-71F3-878213B4B74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3" name="Freeform 17">
              <a:extLst>
                <a:ext uri="{FF2B5EF4-FFF2-40B4-BE49-F238E27FC236}">
                  <a16:creationId xmlns:a16="http://schemas.microsoft.com/office/drawing/2014/main" id="{9E8ED2BB-EA42-4C7F-CF7F-B9DB31BD4C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4" name="Freeform 18">
              <a:extLst>
                <a:ext uri="{FF2B5EF4-FFF2-40B4-BE49-F238E27FC236}">
                  <a16:creationId xmlns:a16="http://schemas.microsoft.com/office/drawing/2014/main" id="{C1CB1161-9B1D-1883-89A0-1B8D9423E6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5" name="Freeform 19">
              <a:extLst>
                <a:ext uri="{FF2B5EF4-FFF2-40B4-BE49-F238E27FC236}">
                  <a16:creationId xmlns:a16="http://schemas.microsoft.com/office/drawing/2014/main" id="{170A411F-7002-E2FC-81D8-9B0D1AF7E2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6" name="Freeform 20">
              <a:extLst>
                <a:ext uri="{FF2B5EF4-FFF2-40B4-BE49-F238E27FC236}">
                  <a16:creationId xmlns:a16="http://schemas.microsoft.com/office/drawing/2014/main" id="{BB4D4A06-BBA0-637A-7D36-437DC59B43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7" name="Rectangle 21">
              <a:extLst>
                <a:ext uri="{FF2B5EF4-FFF2-40B4-BE49-F238E27FC236}">
                  <a16:creationId xmlns:a16="http://schemas.microsoft.com/office/drawing/2014/main" id="{9D6C57EE-6AF9-703E-A33C-3BB83AB04C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8" name="Freeform 22">
              <a:extLst>
                <a:ext uri="{FF2B5EF4-FFF2-40B4-BE49-F238E27FC236}">
                  <a16:creationId xmlns:a16="http://schemas.microsoft.com/office/drawing/2014/main" id="{9C3841D9-4FE9-1D74-A66E-E32B8B2723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9" name="Freeform 23">
              <a:extLst>
                <a:ext uri="{FF2B5EF4-FFF2-40B4-BE49-F238E27FC236}">
                  <a16:creationId xmlns:a16="http://schemas.microsoft.com/office/drawing/2014/main" id="{C00C9D2C-8793-B912-6D49-EC310B49A3A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0" name="Freeform 24">
              <a:extLst>
                <a:ext uri="{FF2B5EF4-FFF2-40B4-BE49-F238E27FC236}">
                  <a16:creationId xmlns:a16="http://schemas.microsoft.com/office/drawing/2014/main" id="{DA1BC321-946C-7040-C5E1-28B63ECAFE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1" name="Freeform 25">
              <a:extLst>
                <a:ext uri="{FF2B5EF4-FFF2-40B4-BE49-F238E27FC236}">
                  <a16:creationId xmlns:a16="http://schemas.microsoft.com/office/drawing/2014/main" id="{A253A578-6A28-8F3B-E52F-7A11314F1B2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2" name="Freeform 26">
              <a:extLst>
                <a:ext uri="{FF2B5EF4-FFF2-40B4-BE49-F238E27FC236}">
                  <a16:creationId xmlns:a16="http://schemas.microsoft.com/office/drawing/2014/main" id="{86737E31-9902-60F5-2C79-3D947AE0CF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3" name="Freeform 27">
              <a:extLst>
                <a:ext uri="{FF2B5EF4-FFF2-40B4-BE49-F238E27FC236}">
                  <a16:creationId xmlns:a16="http://schemas.microsoft.com/office/drawing/2014/main" id="{2DA65C9B-51E8-0A8F-4E66-D777361159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4" name="Freeform 28">
              <a:extLst>
                <a:ext uri="{FF2B5EF4-FFF2-40B4-BE49-F238E27FC236}">
                  <a16:creationId xmlns:a16="http://schemas.microsoft.com/office/drawing/2014/main" id="{D7131208-918D-DC64-0102-13A3132ABB2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5" name="Freeform 29">
              <a:extLst>
                <a:ext uri="{FF2B5EF4-FFF2-40B4-BE49-F238E27FC236}">
                  <a16:creationId xmlns:a16="http://schemas.microsoft.com/office/drawing/2014/main" id="{92DD80FB-3C36-B6D7-4C35-131BE79BF5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6" name="Freeform 30">
              <a:extLst>
                <a:ext uri="{FF2B5EF4-FFF2-40B4-BE49-F238E27FC236}">
                  <a16:creationId xmlns:a16="http://schemas.microsoft.com/office/drawing/2014/main" id="{8B452E74-249D-FC33-14D2-794AC85BB2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7" name="Freeform 31">
              <a:extLst>
                <a:ext uri="{FF2B5EF4-FFF2-40B4-BE49-F238E27FC236}">
                  <a16:creationId xmlns:a16="http://schemas.microsoft.com/office/drawing/2014/main" id="{654CBD76-232B-460D-F42C-2475C2E6C1B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grpSp>
      <p:grpSp>
        <p:nvGrpSpPr>
          <p:cNvPr id="159" name="Group 158">
            <a:extLst>
              <a:ext uri="{FF2B5EF4-FFF2-40B4-BE49-F238E27FC236}">
                <a16:creationId xmlns:a16="http://schemas.microsoft.com/office/drawing/2014/main" id="{98CC702C-025E-1B2F-DF39-EABDB4AD92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60" name="Freeform 32">
              <a:extLst>
                <a:ext uri="{FF2B5EF4-FFF2-40B4-BE49-F238E27FC236}">
                  <a16:creationId xmlns:a16="http://schemas.microsoft.com/office/drawing/2014/main" id="{8090263C-6EAA-8225-B118-0F315B1D2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1" name="Freeform 33">
              <a:extLst>
                <a:ext uri="{FF2B5EF4-FFF2-40B4-BE49-F238E27FC236}">
                  <a16:creationId xmlns:a16="http://schemas.microsoft.com/office/drawing/2014/main" id="{C71C41B3-489A-0D79-413C-36DC1BACFF5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2" name="Freeform 34">
              <a:extLst>
                <a:ext uri="{FF2B5EF4-FFF2-40B4-BE49-F238E27FC236}">
                  <a16:creationId xmlns:a16="http://schemas.microsoft.com/office/drawing/2014/main" id="{FE66A81B-D59F-EF4C-11C5-A72D49FDF7E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3" name="Freeform 35">
              <a:extLst>
                <a:ext uri="{FF2B5EF4-FFF2-40B4-BE49-F238E27FC236}">
                  <a16:creationId xmlns:a16="http://schemas.microsoft.com/office/drawing/2014/main" id="{652C850E-BA84-A898-F336-256A0E34D7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4" name="Freeform 36">
              <a:extLst>
                <a:ext uri="{FF2B5EF4-FFF2-40B4-BE49-F238E27FC236}">
                  <a16:creationId xmlns:a16="http://schemas.microsoft.com/office/drawing/2014/main" id="{7CB7584D-8413-24BD-A549-A88E705C35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5" name="Freeform 37">
              <a:extLst>
                <a:ext uri="{FF2B5EF4-FFF2-40B4-BE49-F238E27FC236}">
                  <a16:creationId xmlns:a16="http://schemas.microsoft.com/office/drawing/2014/main" id="{E3D42F6C-756C-D450-97BA-AF3723D575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6" name="Freeform 38">
              <a:extLst>
                <a:ext uri="{FF2B5EF4-FFF2-40B4-BE49-F238E27FC236}">
                  <a16:creationId xmlns:a16="http://schemas.microsoft.com/office/drawing/2014/main" id="{80C56608-C030-3A38-614D-71A842689E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7" name="Freeform 39">
              <a:extLst>
                <a:ext uri="{FF2B5EF4-FFF2-40B4-BE49-F238E27FC236}">
                  <a16:creationId xmlns:a16="http://schemas.microsoft.com/office/drawing/2014/main" id="{684E22C8-430F-B3D6-5A44-4247DDA1BF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8" name="Freeform 40">
              <a:extLst>
                <a:ext uri="{FF2B5EF4-FFF2-40B4-BE49-F238E27FC236}">
                  <a16:creationId xmlns:a16="http://schemas.microsoft.com/office/drawing/2014/main" id="{963CDFCD-6C08-2EF8-E724-A846275AAB9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9" name="Rectangle 41">
              <a:extLst>
                <a:ext uri="{FF2B5EF4-FFF2-40B4-BE49-F238E27FC236}">
                  <a16:creationId xmlns:a16="http://schemas.microsoft.com/office/drawing/2014/main" id="{85A908E2-B668-FEAA-1C4A-3B7B464B1B5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grpSp>
      <p:sp>
        <p:nvSpPr>
          <p:cNvPr id="2" name="Ondertitel 2">
            <a:extLst>
              <a:ext uri="{FF2B5EF4-FFF2-40B4-BE49-F238E27FC236}">
                <a16:creationId xmlns:a16="http://schemas.microsoft.com/office/drawing/2014/main" id="{F654B8CF-441E-2598-BF0E-C83B8A003E5E}"/>
              </a:ext>
            </a:extLst>
          </p:cNvPr>
          <p:cNvSpPr txBox="1">
            <a:spLocks/>
          </p:cNvSpPr>
          <p:nvPr/>
        </p:nvSpPr>
        <p:spPr>
          <a:xfrm>
            <a:off x="1480702" y="1731"/>
            <a:ext cx="8076527" cy="775351"/>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SzPct val="125000"/>
              <a:buFont typeface="Arial" panose="020B0604020202020204" pitchFamily="34" charset="0"/>
              <a:buNone/>
              <a:defRPr sz="2000" kern="1200" cap="all" baseline="0">
                <a:solidFill>
                  <a:schemeClr val="tx2"/>
                </a:solidFill>
                <a:latin typeface="+mn-lt"/>
                <a:ea typeface="+mn-ea"/>
                <a:cs typeface="+mn-cs"/>
              </a:defRPr>
            </a:lvl1pPr>
            <a:lvl2pPr marL="457200" indent="0" algn="ctr" defTabSz="914400" rtl="0" eaLnBrk="1" latinLnBrk="0" hangingPunct="1">
              <a:lnSpc>
                <a:spcPct val="120000"/>
              </a:lnSpc>
              <a:spcBef>
                <a:spcPts val="500"/>
              </a:spcBef>
              <a:buSzPct val="125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125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120000"/>
              </a:lnSpc>
              <a:spcBef>
                <a:spcPts val="1000"/>
              </a:spcBef>
              <a:spcAft>
                <a:spcPts val="0"/>
              </a:spcAft>
              <a:buClrTx/>
              <a:buSzPct val="125000"/>
              <a:buFont typeface="Arial" panose="020B0604020202020204" pitchFamily="34" charset="0"/>
              <a:buNone/>
              <a:tabLst/>
              <a:defRPr/>
            </a:pPr>
            <a:r>
              <a:rPr kumimoji="0" lang="nl-NL" sz="2000" b="1" i="0" u="none" strike="noStrike" kern="1200" cap="all" spc="0" normalizeH="0" baseline="0" noProof="0" dirty="0">
                <a:ln>
                  <a:noFill/>
                </a:ln>
                <a:solidFill>
                  <a:srgbClr val="134770"/>
                </a:solidFill>
                <a:effectLst/>
                <a:uLnTx/>
                <a:uFillTx/>
                <a:latin typeface="Tw Cen MT" panose="020B0602020104020603"/>
                <a:ea typeface="+mn-ea"/>
                <a:cs typeface="+mn-cs"/>
              </a:rPr>
              <a:t>Een nieuwe ordening van mens, machine en maatschappij</a:t>
            </a:r>
          </a:p>
          <a:p>
            <a:pPr marL="0" marR="0" lvl="0" indent="0" algn="l" defTabSz="914400" rtl="0" eaLnBrk="1" fontAlgn="auto" latinLnBrk="0" hangingPunct="1">
              <a:lnSpc>
                <a:spcPct val="120000"/>
              </a:lnSpc>
              <a:spcBef>
                <a:spcPts val="1000"/>
              </a:spcBef>
              <a:spcAft>
                <a:spcPts val="0"/>
              </a:spcAft>
              <a:buClrTx/>
              <a:buSzPct val="125000"/>
              <a:buFont typeface="Arial" panose="020B0604020202020204" pitchFamily="34" charset="0"/>
              <a:buNone/>
              <a:tabLst/>
              <a:defRPr/>
            </a:pPr>
            <a:endParaRPr kumimoji="0" lang="nl-NL" sz="1800" b="0" i="0" u="none" strike="noStrike" kern="1200" cap="all" spc="0" normalizeH="0" baseline="0" noProof="0" dirty="0">
              <a:ln>
                <a:noFill/>
              </a:ln>
              <a:solidFill>
                <a:srgbClr val="134770"/>
              </a:solidFill>
              <a:effectLst/>
              <a:uLnTx/>
              <a:uFillTx/>
              <a:latin typeface="Tw Cen MT" panose="020B0602020104020603"/>
              <a:ea typeface="+mn-ea"/>
              <a:cs typeface="+mn-cs"/>
            </a:endParaRPr>
          </a:p>
          <a:p>
            <a:pPr marL="0" marR="0" lvl="0" indent="0" algn="l" defTabSz="914400" rtl="0" eaLnBrk="1" fontAlgn="auto" latinLnBrk="0" hangingPunct="1">
              <a:lnSpc>
                <a:spcPct val="120000"/>
              </a:lnSpc>
              <a:spcBef>
                <a:spcPts val="1000"/>
              </a:spcBef>
              <a:spcAft>
                <a:spcPts val="0"/>
              </a:spcAft>
              <a:buClrTx/>
              <a:buSzPct val="125000"/>
              <a:buFont typeface="Arial" panose="020B0604020202020204" pitchFamily="34" charset="0"/>
              <a:buNone/>
              <a:tabLst/>
              <a:defRPr/>
            </a:pPr>
            <a:endParaRPr kumimoji="0" lang="nl-NL" sz="1800" b="0" i="0" u="none" strike="noStrike" kern="1200" cap="all" spc="0" normalizeH="0" baseline="0" noProof="0" dirty="0">
              <a:ln>
                <a:noFill/>
              </a:ln>
              <a:solidFill>
                <a:srgbClr val="134770"/>
              </a:solidFill>
              <a:effectLst/>
              <a:uLnTx/>
              <a:uFillTx/>
              <a:latin typeface="Tw Cen MT" panose="020B0602020104020603"/>
              <a:ea typeface="+mn-ea"/>
              <a:cs typeface="+mn-cs"/>
            </a:endParaRPr>
          </a:p>
          <a:p>
            <a:pPr marL="0" marR="0" lvl="0" indent="0" algn="l" defTabSz="914400" rtl="0" eaLnBrk="1" fontAlgn="auto" latinLnBrk="0" hangingPunct="1">
              <a:lnSpc>
                <a:spcPct val="120000"/>
              </a:lnSpc>
              <a:spcBef>
                <a:spcPts val="1000"/>
              </a:spcBef>
              <a:spcAft>
                <a:spcPts val="0"/>
              </a:spcAft>
              <a:buClrTx/>
              <a:buSzPct val="125000"/>
              <a:buFont typeface="Arial" panose="020B0604020202020204" pitchFamily="34" charset="0"/>
              <a:buNone/>
              <a:tabLst/>
              <a:defRPr/>
            </a:pPr>
            <a:endParaRPr kumimoji="0" lang="nl-NL" sz="1800" b="0" i="0" u="none" strike="noStrike" kern="1200" cap="all" spc="0" normalizeH="0" baseline="0" noProof="0" dirty="0">
              <a:ln>
                <a:noFill/>
              </a:ln>
              <a:solidFill>
                <a:srgbClr val="134770"/>
              </a:solidFill>
              <a:effectLst/>
              <a:uLnTx/>
              <a:uFillTx/>
              <a:latin typeface="Tw Cen MT" panose="020B0602020104020603"/>
              <a:ea typeface="+mn-ea"/>
              <a:cs typeface="+mn-cs"/>
            </a:endParaRPr>
          </a:p>
          <a:p>
            <a:pPr marL="0" marR="0" lvl="0" indent="0" algn="l" defTabSz="914400" rtl="0" eaLnBrk="1" fontAlgn="auto" latinLnBrk="0" hangingPunct="1">
              <a:lnSpc>
                <a:spcPct val="120000"/>
              </a:lnSpc>
              <a:spcBef>
                <a:spcPts val="1000"/>
              </a:spcBef>
              <a:spcAft>
                <a:spcPts val="0"/>
              </a:spcAft>
              <a:buClrTx/>
              <a:buSzPct val="125000"/>
              <a:buFont typeface="Arial" panose="020B0604020202020204" pitchFamily="34" charset="0"/>
              <a:buNone/>
              <a:tabLst/>
              <a:defRPr/>
            </a:pPr>
            <a:endParaRPr kumimoji="0" lang="nl-NL" sz="1800" b="0" i="0" u="none" strike="noStrike" kern="1200" cap="all" spc="0" normalizeH="0" baseline="0" noProof="0" dirty="0">
              <a:ln>
                <a:noFill/>
              </a:ln>
              <a:solidFill>
                <a:srgbClr val="134770"/>
              </a:solidFill>
              <a:effectLst/>
              <a:uLnTx/>
              <a:uFillTx/>
              <a:latin typeface="Tw Cen MT" panose="020B0602020104020603"/>
              <a:ea typeface="+mn-ea"/>
              <a:cs typeface="+mn-cs"/>
            </a:endParaRPr>
          </a:p>
          <a:p>
            <a:pPr marL="0" marR="0" lvl="0" indent="0" algn="l" defTabSz="914400" rtl="0" eaLnBrk="1" fontAlgn="auto" latinLnBrk="0" hangingPunct="1">
              <a:lnSpc>
                <a:spcPct val="120000"/>
              </a:lnSpc>
              <a:spcBef>
                <a:spcPts val="1000"/>
              </a:spcBef>
              <a:spcAft>
                <a:spcPts val="0"/>
              </a:spcAft>
              <a:buClrTx/>
              <a:buSzPct val="125000"/>
              <a:buFont typeface="Arial" panose="020B0604020202020204" pitchFamily="34" charset="0"/>
              <a:buNone/>
              <a:tabLst/>
              <a:defRPr/>
            </a:pPr>
            <a:endParaRPr kumimoji="0" lang="nl-NL" sz="1800" b="0" i="0" u="none" strike="noStrike" kern="1200" cap="all" spc="0" normalizeH="0" baseline="0" noProof="0" dirty="0">
              <a:ln>
                <a:noFill/>
              </a:ln>
              <a:solidFill>
                <a:srgbClr val="134770"/>
              </a:solidFill>
              <a:effectLst/>
              <a:uLnTx/>
              <a:uFillTx/>
              <a:latin typeface="Tw Cen MT" panose="020B0602020104020603"/>
              <a:ea typeface="+mn-ea"/>
              <a:cs typeface="+mn-cs"/>
            </a:endParaRPr>
          </a:p>
        </p:txBody>
      </p:sp>
      <p:pic>
        <p:nvPicPr>
          <p:cNvPr id="4" name="Afbeelding 3">
            <a:extLst>
              <a:ext uri="{FF2B5EF4-FFF2-40B4-BE49-F238E27FC236}">
                <a16:creationId xmlns:a16="http://schemas.microsoft.com/office/drawing/2014/main" id="{945B5A69-C3AF-0E8C-F023-F8E2DBC15376}"/>
              </a:ext>
            </a:extLst>
          </p:cNvPr>
          <p:cNvPicPr>
            <a:picLocks noChangeAspect="1"/>
          </p:cNvPicPr>
          <p:nvPr/>
        </p:nvPicPr>
        <p:blipFill>
          <a:blip r:embed="rId5"/>
          <a:srcRect l="-1" r="-8364"/>
          <a:stretch>
            <a:fillRect/>
          </a:stretch>
        </p:blipFill>
        <p:spPr>
          <a:xfrm>
            <a:off x="1612899" y="592138"/>
            <a:ext cx="4124325" cy="2533650"/>
          </a:xfrm>
          <a:prstGeom prst="rect">
            <a:avLst/>
          </a:prstGeom>
        </p:spPr>
      </p:pic>
      <p:pic>
        <p:nvPicPr>
          <p:cNvPr id="8" name="Afbeelding 7">
            <a:extLst>
              <a:ext uri="{FF2B5EF4-FFF2-40B4-BE49-F238E27FC236}">
                <a16:creationId xmlns:a16="http://schemas.microsoft.com/office/drawing/2014/main" id="{7E0C422E-C821-E07B-4734-633E6770EE3C}"/>
              </a:ext>
            </a:extLst>
          </p:cNvPr>
          <p:cNvPicPr>
            <a:picLocks noChangeAspect="1"/>
          </p:cNvPicPr>
          <p:nvPr/>
        </p:nvPicPr>
        <p:blipFill>
          <a:blip r:embed="rId6"/>
          <a:stretch>
            <a:fillRect/>
          </a:stretch>
        </p:blipFill>
        <p:spPr>
          <a:xfrm>
            <a:off x="5564187" y="592138"/>
            <a:ext cx="3867150" cy="2533650"/>
          </a:xfrm>
          <a:prstGeom prst="rect">
            <a:avLst/>
          </a:prstGeom>
        </p:spPr>
      </p:pic>
    </p:spTree>
    <p:extLst>
      <p:ext uri="{BB962C8B-B14F-4D97-AF65-F5344CB8AC3E}">
        <p14:creationId xmlns:p14="http://schemas.microsoft.com/office/powerpoint/2010/main" val="1054733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CB0BB5BA-9527-BC57-172A-F5C65A74C7BC}"/>
            </a:ext>
          </a:extLst>
        </p:cNvPr>
        <p:cNvGrpSpPr/>
        <p:nvPr/>
      </p:nvGrpSpPr>
      <p:grpSpPr>
        <a:xfrm>
          <a:off x="0" y="0"/>
          <a:ext cx="0" cy="0"/>
          <a:chOff x="0" y="0"/>
          <a:chExt cx="0" cy="0"/>
        </a:xfrm>
      </p:grpSpPr>
      <p:pic>
        <p:nvPicPr>
          <p:cNvPr id="174" name="Picture 2">
            <a:extLst>
              <a:ext uri="{FF2B5EF4-FFF2-40B4-BE49-F238E27FC236}">
                <a16:creationId xmlns:a16="http://schemas.microsoft.com/office/drawing/2014/main" id="{59FACE42-44B0-4185-8ED4-9043A78C860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p14="http://schemas.microsoft.com/office/powerpoint/2010/main" xmlns:a14="http://schemas.microsoft.com/office/drawing/2010/main" xmlns:a16="http://schemas.microsoft.com/office/drawing/2014/main" xmlns="">
                <a:solidFill>
                  <a:srgbClr val="FFFFFF"/>
                </a:solidFill>
              </a14:hiddenFill>
            </a:ext>
          </a:extLst>
        </p:spPr>
      </p:pic>
      <p:grpSp>
        <p:nvGrpSpPr>
          <p:cNvPr id="176" name="Group 175">
            <a:extLst>
              <a:ext uri="{FF2B5EF4-FFF2-40B4-BE49-F238E27FC236}">
                <a16:creationId xmlns:a16="http://schemas.microsoft.com/office/drawing/2014/main" id="{A838DBA2-246D-4087-AE0A-6EA2B4B65AF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177" name="Group 176">
              <a:extLst>
                <a:ext uri="{FF2B5EF4-FFF2-40B4-BE49-F238E27FC236}">
                  <a16:creationId xmlns:a16="http://schemas.microsoft.com/office/drawing/2014/main" id="{B4406F95-9579-494D-BE1E-A012A7F4CB3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89" name="Rectangle 5">
                <a:extLst>
                  <a:ext uri="{FF2B5EF4-FFF2-40B4-BE49-F238E27FC236}">
                    <a16:creationId xmlns:a16="http://schemas.microsoft.com/office/drawing/2014/main" id="{4C8D671A-5C73-44CA-B6D0-7F3BC195BA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190" name="Freeform 6">
                <a:extLst>
                  <a:ext uri="{FF2B5EF4-FFF2-40B4-BE49-F238E27FC236}">
                    <a16:creationId xmlns:a16="http://schemas.microsoft.com/office/drawing/2014/main" id="{F0DB3AC8-B5AD-4004-B0B9-74B58BECA0C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1" name="Freeform 7">
                <a:extLst>
                  <a:ext uri="{FF2B5EF4-FFF2-40B4-BE49-F238E27FC236}">
                    <a16:creationId xmlns:a16="http://schemas.microsoft.com/office/drawing/2014/main" id="{F3B2C8F3-E236-45B2-B2E1-8460F8FD6DD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2" name="Freeform 8">
                <a:extLst>
                  <a:ext uri="{FF2B5EF4-FFF2-40B4-BE49-F238E27FC236}">
                    <a16:creationId xmlns:a16="http://schemas.microsoft.com/office/drawing/2014/main" id="{761EE3AC-0BC2-4A29-AD58-5CB0EEFF96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3" name="Freeform 9">
                <a:extLst>
                  <a:ext uri="{FF2B5EF4-FFF2-40B4-BE49-F238E27FC236}">
                    <a16:creationId xmlns:a16="http://schemas.microsoft.com/office/drawing/2014/main" id="{38DC43BE-83DD-43F3-A21F-9B58B1074FF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4" name="Freeform 10">
                <a:extLst>
                  <a:ext uri="{FF2B5EF4-FFF2-40B4-BE49-F238E27FC236}">
                    <a16:creationId xmlns:a16="http://schemas.microsoft.com/office/drawing/2014/main" id="{112583CE-53E8-48F6-9F71-25A32BFD6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5" name="Freeform 11">
                <a:extLst>
                  <a:ext uri="{FF2B5EF4-FFF2-40B4-BE49-F238E27FC236}">
                    <a16:creationId xmlns:a16="http://schemas.microsoft.com/office/drawing/2014/main" id="{229A7966-2C4F-4334-8FB7-08521F984D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6" name="Freeform 12">
                <a:extLst>
                  <a:ext uri="{FF2B5EF4-FFF2-40B4-BE49-F238E27FC236}">
                    <a16:creationId xmlns:a16="http://schemas.microsoft.com/office/drawing/2014/main" id="{656FCF6A-DF5B-42AA-83C4-22CD7B9947D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7" name="Freeform 13">
                <a:extLst>
                  <a:ext uri="{FF2B5EF4-FFF2-40B4-BE49-F238E27FC236}">
                    <a16:creationId xmlns:a16="http://schemas.microsoft.com/office/drawing/2014/main" id="{E908B3EE-F31D-4E8D-BF3C-71F5B35F02F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8" name="Freeform 14">
                <a:extLst>
                  <a:ext uri="{FF2B5EF4-FFF2-40B4-BE49-F238E27FC236}">
                    <a16:creationId xmlns:a16="http://schemas.microsoft.com/office/drawing/2014/main" id="{DA9F96D7-B42C-4F80-8F26-72388FE0C2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99" name="Freeform 15">
                <a:extLst>
                  <a:ext uri="{FF2B5EF4-FFF2-40B4-BE49-F238E27FC236}">
                    <a16:creationId xmlns:a16="http://schemas.microsoft.com/office/drawing/2014/main" id="{5C9D5861-5A45-408A-A25E-61ED661AD7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0" name="Line 16">
                <a:extLst>
                  <a:ext uri="{FF2B5EF4-FFF2-40B4-BE49-F238E27FC236}">
                    <a16:creationId xmlns:a16="http://schemas.microsoft.com/office/drawing/2014/main" id="{DEEF5DD7-13B2-4CBB-A1AE-193A618B0F0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nl-NL"/>
              </a:p>
            </p:txBody>
          </p:sp>
          <p:sp>
            <p:nvSpPr>
              <p:cNvPr id="201" name="Freeform 17">
                <a:extLst>
                  <a:ext uri="{FF2B5EF4-FFF2-40B4-BE49-F238E27FC236}">
                    <a16:creationId xmlns:a16="http://schemas.microsoft.com/office/drawing/2014/main" id="{3D896DDA-5AD2-4360-9E65-A79213105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2" name="Freeform 18">
                <a:extLst>
                  <a:ext uri="{FF2B5EF4-FFF2-40B4-BE49-F238E27FC236}">
                    <a16:creationId xmlns:a16="http://schemas.microsoft.com/office/drawing/2014/main" id="{C088F3B1-D893-4078-8EAE-6A3776F67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3" name="Freeform 19">
                <a:extLst>
                  <a:ext uri="{FF2B5EF4-FFF2-40B4-BE49-F238E27FC236}">
                    <a16:creationId xmlns:a16="http://schemas.microsoft.com/office/drawing/2014/main" id="{23CCB367-42E1-4DEF-BABD-7457EB9F28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4" name="Freeform 20">
                <a:extLst>
                  <a:ext uri="{FF2B5EF4-FFF2-40B4-BE49-F238E27FC236}">
                    <a16:creationId xmlns:a16="http://schemas.microsoft.com/office/drawing/2014/main" id="{BAFD46CE-CD21-4C8E-8ACE-B1A0B74A904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5" name="Rectangle 21">
                <a:extLst>
                  <a:ext uri="{FF2B5EF4-FFF2-40B4-BE49-F238E27FC236}">
                    <a16:creationId xmlns:a16="http://schemas.microsoft.com/office/drawing/2014/main" id="{23980A26-1FFF-4434-A77C-C5A1C96A54B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206" name="Freeform 22">
                <a:extLst>
                  <a:ext uri="{FF2B5EF4-FFF2-40B4-BE49-F238E27FC236}">
                    <a16:creationId xmlns:a16="http://schemas.microsoft.com/office/drawing/2014/main" id="{AE64C1E5-E917-4222-8080-3EF831FB46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7" name="Freeform 23">
                <a:extLst>
                  <a:ext uri="{FF2B5EF4-FFF2-40B4-BE49-F238E27FC236}">
                    <a16:creationId xmlns:a16="http://schemas.microsoft.com/office/drawing/2014/main" id="{D4D42DE6-99E5-4D28-834E-6601A7DD93A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8" name="Freeform 24">
                <a:extLst>
                  <a:ext uri="{FF2B5EF4-FFF2-40B4-BE49-F238E27FC236}">
                    <a16:creationId xmlns:a16="http://schemas.microsoft.com/office/drawing/2014/main" id="{194304B3-4C44-49E0-A677-19E2DA8CC9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09" name="Freeform 25">
                <a:extLst>
                  <a:ext uri="{FF2B5EF4-FFF2-40B4-BE49-F238E27FC236}">
                    <a16:creationId xmlns:a16="http://schemas.microsoft.com/office/drawing/2014/main" id="{C726387F-F77D-4FB6-A177-1DC6115E849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0" name="Freeform 26">
                <a:extLst>
                  <a:ext uri="{FF2B5EF4-FFF2-40B4-BE49-F238E27FC236}">
                    <a16:creationId xmlns:a16="http://schemas.microsoft.com/office/drawing/2014/main" id="{2F09766D-0653-4646-BA37-8FC23294BA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1" name="Freeform 27">
                <a:extLst>
                  <a:ext uri="{FF2B5EF4-FFF2-40B4-BE49-F238E27FC236}">
                    <a16:creationId xmlns:a16="http://schemas.microsoft.com/office/drawing/2014/main" id="{F50D9867-C9E0-462B-894F-B2F97E26A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2" name="Freeform 28">
                <a:extLst>
                  <a:ext uri="{FF2B5EF4-FFF2-40B4-BE49-F238E27FC236}">
                    <a16:creationId xmlns:a16="http://schemas.microsoft.com/office/drawing/2014/main" id="{44179987-9B3B-4BC1-9BDA-EC9F30A3794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3" name="Freeform 29">
                <a:extLst>
                  <a:ext uri="{FF2B5EF4-FFF2-40B4-BE49-F238E27FC236}">
                    <a16:creationId xmlns:a16="http://schemas.microsoft.com/office/drawing/2014/main" id="{EF0E5480-8C2D-4FFE-9357-938DF0642B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4" name="Freeform 30">
                <a:extLst>
                  <a:ext uri="{FF2B5EF4-FFF2-40B4-BE49-F238E27FC236}">
                    <a16:creationId xmlns:a16="http://schemas.microsoft.com/office/drawing/2014/main" id="{FDAC2F76-95E6-4EE4-8A26-47CDAE5C6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15" name="Freeform 31">
                <a:extLst>
                  <a:ext uri="{FF2B5EF4-FFF2-40B4-BE49-F238E27FC236}">
                    <a16:creationId xmlns:a16="http://schemas.microsoft.com/office/drawing/2014/main" id="{249EB4AA-5D5B-4A3A-9F2D-6E4EDF2046C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grpSp>
        <p:grpSp>
          <p:nvGrpSpPr>
            <p:cNvPr id="178" name="Group 177">
              <a:extLst>
                <a:ext uri="{FF2B5EF4-FFF2-40B4-BE49-F238E27FC236}">
                  <a16:creationId xmlns:a16="http://schemas.microsoft.com/office/drawing/2014/main" id="{375D3DC5-0B19-4EA9-A350-6218AC28CD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79" name="Freeform 32">
                <a:extLst>
                  <a:ext uri="{FF2B5EF4-FFF2-40B4-BE49-F238E27FC236}">
                    <a16:creationId xmlns:a16="http://schemas.microsoft.com/office/drawing/2014/main" id="{86B5A458-9418-4EDA-9B6F-E4754ABADF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0" name="Freeform 33">
                <a:extLst>
                  <a:ext uri="{FF2B5EF4-FFF2-40B4-BE49-F238E27FC236}">
                    <a16:creationId xmlns:a16="http://schemas.microsoft.com/office/drawing/2014/main" id="{6307D20D-BE6F-4BFD-8A35-230A01AD726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1" name="Freeform 34">
                <a:extLst>
                  <a:ext uri="{FF2B5EF4-FFF2-40B4-BE49-F238E27FC236}">
                    <a16:creationId xmlns:a16="http://schemas.microsoft.com/office/drawing/2014/main" id="{37A04039-8217-4B7F-8F43-4039DF087D8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2" name="Freeform 35">
                <a:extLst>
                  <a:ext uri="{FF2B5EF4-FFF2-40B4-BE49-F238E27FC236}">
                    <a16:creationId xmlns:a16="http://schemas.microsoft.com/office/drawing/2014/main" id="{CA6CE641-5DEB-4A06-B9C3-B726A334C2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3" name="Freeform 36">
                <a:extLst>
                  <a:ext uri="{FF2B5EF4-FFF2-40B4-BE49-F238E27FC236}">
                    <a16:creationId xmlns:a16="http://schemas.microsoft.com/office/drawing/2014/main" id="{D08C7C1C-DF39-4479-94BD-47E71DE4221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4" name="Freeform 37">
                <a:extLst>
                  <a:ext uri="{FF2B5EF4-FFF2-40B4-BE49-F238E27FC236}">
                    <a16:creationId xmlns:a16="http://schemas.microsoft.com/office/drawing/2014/main" id="{27C5EAA7-E449-48C0-9B14-E677E6ECF8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5" name="Freeform 38">
                <a:extLst>
                  <a:ext uri="{FF2B5EF4-FFF2-40B4-BE49-F238E27FC236}">
                    <a16:creationId xmlns:a16="http://schemas.microsoft.com/office/drawing/2014/main" id="{AA6A8A39-39D4-41FE-9974-CB46106A73D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6" name="Freeform 39">
                <a:extLst>
                  <a:ext uri="{FF2B5EF4-FFF2-40B4-BE49-F238E27FC236}">
                    <a16:creationId xmlns:a16="http://schemas.microsoft.com/office/drawing/2014/main" id="{433C6D82-AE91-4A0C-97C6-34399C908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7" name="Freeform 40">
                <a:extLst>
                  <a:ext uri="{FF2B5EF4-FFF2-40B4-BE49-F238E27FC236}">
                    <a16:creationId xmlns:a16="http://schemas.microsoft.com/office/drawing/2014/main" id="{D4C06E36-D233-423A-BC95-5B4D5BE35CB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188" name="Rectangle 41">
                <a:extLst>
                  <a:ext uri="{FF2B5EF4-FFF2-40B4-BE49-F238E27FC236}">
                    <a16:creationId xmlns:a16="http://schemas.microsoft.com/office/drawing/2014/main" id="{E1B0EEC1-CF7A-4761-B477-941DB41A83D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grpSp>
      </p:grpSp>
      <p:grpSp>
        <p:nvGrpSpPr>
          <p:cNvPr id="217" name="Group 216">
            <a:extLst>
              <a:ext uri="{FF2B5EF4-FFF2-40B4-BE49-F238E27FC236}">
                <a16:creationId xmlns:a16="http://schemas.microsoft.com/office/drawing/2014/main" id="{8E1DDAD8-1D10-4640-A034-BE90015E37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218" name="Rectangle 217">
              <a:extLst>
                <a:ext uri="{FF2B5EF4-FFF2-40B4-BE49-F238E27FC236}">
                  <a16:creationId xmlns:a16="http://schemas.microsoft.com/office/drawing/2014/main" id="{52FE7688-721D-4A97-B007-BDE056094D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9" name="Picture 2">
              <a:extLst>
                <a:ext uri="{FF2B5EF4-FFF2-40B4-BE49-F238E27FC236}">
                  <a16:creationId xmlns:a16="http://schemas.microsoft.com/office/drawing/2014/main" id="{9E73A810-8571-4A9D-A3CB-336933AB4C0E}"/>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4">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p14="http://schemas.microsoft.com/office/powerpoint/2010/main" xmlns:a14="http://schemas.microsoft.com/office/drawing/2010/main" xmlns:a16="http://schemas.microsoft.com/office/drawing/2014/main" xmlns="">
                  <a:solidFill>
                    <a:srgbClr val="FFFFFF"/>
                  </a:solidFill>
                </a14:hiddenFill>
              </a:ext>
            </a:extLst>
          </p:spPr>
        </p:pic>
      </p:grpSp>
      <p:sp>
        <p:nvSpPr>
          <p:cNvPr id="2" name="Ondertitel 2">
            <a:extLst>
              <a:ext uri="{FF2B5EF4-FFF2-40B4-BE49-F238E27FC236}">
                <a16:creationId xmlns:a16="http://schemas.microsoft.com/office/drawing/2014/main" id="{B3288F16-1FDD-D1AD-2F9B-0A4384A50E5B}"/>
              </a:ext>
            </a:extLst>
          </p:cNvPr>
          <p:cNvSpPr txBox="1">
            <a:spLocks/>
          </p:cNvSpPr>
          <p:nvPr/>
        </p:nvSpPr>
        <p:spPr>
          <a:xfrm>
            <a:off x="7724394" y="618518"/>
            <a:ext cx="4700969" cy="1478570"/>
          </a:xfrm>
          <a:prstGeom prst="rect">
            <a:avLst/>
          </a:prstGeom>
        </p:spPr>
        <p:txBody>
          <a:bodyPr vert="horz" lIns="91440" tIns="45720" rIns="91440" bIns="45720" rtlCol="0" anchor="ctr">
            <a:normAutofit/>
          </a:bodyPr>
          <a:lstStyle>
            <a:lvl1pPr marL="0" indent="0" algn="l" defTabSz="914400" rtl="0" eaLnBrk="1" latinLnBrk="0" hangingPunct="1">
              <a:lnSpc>
                <a:spcPct val="120000"/>
              </a:lnSpc>
              <a:spcBef>
                <a:spcPts val="1000"/>
              </a:spcBef>
              <a:buSzPct val="125000"/>
              <a:buFont typeface="Arial" panose="020B0604020202020204" pitchFamily="34" charset="0"/>
              <a:buNone/>
              <a:defRPr sz="2000" kern="1200" cap="all" baseline="0">
                <a:solidFill>
                  <a:schemeClr val="tx2"/>
                </a:solidFill>
                <a:latin typeface="+mn-lt"/>
                <a:ea typeface="+mn-ea"/>
                <a:cs typeface="+mn-cs"/>
              </a:defRPr>
            </a:lvl1pPr>
            <a:lvl2pPr marL="457200" indent="0" algn="ctr" defTabSz="914400" rtl="0" eaLnBrk="1" latinLnBrk="0" hangingPunct="1">
              <a:lnSpc>
                <a:spcPct val="120000"/>
              </a:lnSpc>
              <a:spcBef>
                <a:spcPts val="500"/>
              </a:spcBef>
              <a:buSzPct val="125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125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9pPr>
          </a:lstStyle>
          <a:p>
            <a:pPr marL="0" marR="0" lvl="0" indent="0" fontAlgn="auto">
              <a:lnSpc>
                <a:spcPct val="90000"/>
              </a:lnSpc>
              <a:spcBef>
                <a:spcPct val="0"/>
              </a:spcBef>
              <a:spcAft>
                <a:spcPts val="600"/>
              </a:spcAft>
              <a:buClrTx/>
              <a:buSzPct val="125000"/>
              <a:tabLst/>
              <a:defRPr/>
            </a:pPr>
            <a:r>
              <a:rPr kumimoji="0" lang="en-US" sz="2200" b="1" i="0" u="none" strike="noStrike" spc="0" normalizeH="0" noProof="0" dirty="0">
                <a:ln>
                  <a:noFill/>
                </a:ln>
                <a:solidFill>
                  <a:srgbClr val="002060"/>
                </a:solidFill>
                <a:effectLst/>
                <a:uLnTx/>
                <a:uFillTx/>
                <a:latin typeface="+mj-lt"/>
                <a:ea typeface="+mj-ea"/>
                <a:cs typeface="+mj-cs"/>
              </a:rPr>
              <a:t>Een </a:t>
            </a:r>
            <a:r>
              <a:rPr kumimoji="0" lang="en-US" sz="2200" b="1" i="0" u="none" strike="noStrike" spc="0" normalizeH="0" noProof="0" dirty="0" err="1">
                <a:ln>
                  <a:noFill/>
                </a:ln>
                <a:solidFill>
                  <a:srgbClr val="002060"/>
                </a:solidFill>
                <a:effectLst/>
                <a:uLnTx/>
                <a:uFillTx/>
                <a:latin typeface="+mj-lt"/>
                <a:ea typeface="+mj-ea"/>
                <a:cs typeface="+mj-cs"/>
              </a:rPr>
              <a:t>nieuwe</a:t>
            </a:r>
            <a:r>
              <a:rPr kumimoji="0" lang="en-US" sz="2200" b="1" i="0" u="none" strike="noStrike" spc="0" normalizeH="0" noProof="0" dirty="0">
                <a:ln>
                  <a:noFill/>
                </a:ln>
                <a:solidFill>
                  <a:srgbClr val="002060"/>
                </a:solidFill>
                <a:effectLst/>
                <a:uLnTx/>
                <a:uFillTx/>
                <a:latin typeface="+mj-lt"/>
                <a:ea typeface="+mj-ea"/>
                <a:cs typeface="+mj-cs"/>
              </a:rPr>
              <a:t> </a:t>
            </a:r>
            <a:r>
              <a:rPr kumimoji="0" lang="en-US" sz="2200" b="1" i="0" u="none" strike="noStrike" spc="0" normalizeH="0" noProof="0" dirty="0" err="1">
                <a:ln>
                  <a:noFill/>
                </a:ln>
                <a:solidFill>
                  <a:srgbClr val="002060"/>
                </a:solidFill>
                <a:effectLst/>
                <a:uLnTx/>
                <a:uFillTx/>
                <a:latin typeface="+mj-lt"/>
                <a:ea typeface="+mj-ea"/>
                <a:cs typeface="+mj-cs"/>
              </a:rPr>
              <a:t>ordening</a:t>
            </a:r>
            <a:r>
              <a:rPr kumimoji="0" lang="en-US" sz="2200" b="1" i="0" u="none" strike="noStrike" spc="0" normalizeH="0" noProof="0" dirty="0">
                <a:ln>
                  <a:noFill/>
                </a:ln>
                <a:solidFill>
                  <a:srgbClr val="002060"/>
                </a:solidFill>
                <a:effectLst/>
                <a:uLnTx/>
                <a:uFillTx/>
                <a:latin typeface="+mj-lt"/>
                <a:ea typeface="+mj-ea"/>
                <a:cs typeface="+mj-cs"/>
              </a:rPr>
              <a:t> van </a:t>
            </a:r>
            <a:r>
              <a:rPr kumimoji="0" lang="en-US" sz="2200" b="1" i="0" u="none" strike="noStrike" spc="0" normalizeH="0" noProof="0" dirty="0" err="1">
                <a:ln>
                  <a:noFill/>
                </a:ln>
                <a:solidFill>
                  <a:srgbClr val="002060"/>
                </a:solidFill>
                <a:effectLst/>
                <a:uLnTx/>
                <a:uFillTx/>
                <a:latin typeface="+mj-lt"/>
                <a:ea typeface="+mj-ea"/>
                <a:cs typeface="+mj-cs"/>
              </a:rPr>
              <a:t>mens</a:t>
            </a:r>
            <a:r>
              <a:rPr kumimoji="0" lang="en-US" sz="2200" b="1" i="0" u="none" strike="noStrike" spc="0" normalizeH="0" noProof="0" dirty="0">
                <a:ln>
                  <a:noFill/>
                </a:ln>
                <a:solidFill>
                  <a:srgbClr val="002060"/>
                </a:solidFill>
                <a:effectLst/>
                <a:uLnTx/>
                <a:uFillTx/>
                <a:latin typeface="+mj-lt"/>
                <a:ea typeface="+mj-ea"/>
                <a:cs typeface="+mj-cs"/>
              </a:rPr>
              <a:t>, machine </a:t>
            </a:r>
            <a:r>
              <a:rPr kumimoji="0" lang="en-US" sz="2200" b="1" i="0" u="none" strike="noStrike" spc="0" normalizeH="0" noProof="0" dirty="0" err="1">
                <a:ln>
                  <a:noFill/>
                </a:ln>
                <a:solidFill>
                  <a:srgbClr val="002060"/>
                </a:solidFill>
                <a:effectLst/>
                <a:uLnTx/>
                <a:uFillTx/>
                <a:latin typeface="+mj-lt"/>
                <a:ea typeface="+mj-ea"/>
                <a:cs typeface="+mj-cs"/>
              </a:rPr>
              <a:t>en</a:t>
            </a:r>
            <a:r>
              <a:rPr kumimoji="0" lang="en-US" sz="2200" b="1" i="0" u="none" strike="noStrike" spc="0" normalizeH="0" noProof="0" dirty="0">
                <a:ln>
                  <a:noFill/>
                </a:ln>
                <a:solidFill>
                  <a:srgbClr val="002060"/>
                </a:solidFill>
                <a:effectLst/>
                <a:uLnTx/>
                <a:uFillTx/>
                <a:latin typeface="+mj-lt"/>
                <a:ea typeface="+mj-ea"/>
                <a:cs typeface="+mj-cs"/>
              </a:rPr>
              <a:t> </a:t>
            </a:r>
            <a:r>
              <a:rPr kumimoji="0" lang="en-US" sz="2200" b="1" i="0" u="none" strike="noStrike" spc="0" normalizeH="0" noProof="0" dirty="0" err="1">
                <a:ln>
                  <a:noFill/>
                </a:ln>
                <a:solidFill>
                  <a:srgbClr val="002060"/>
                </a:solidFill>
                <a:effectLst/>
                <a:uLnTx/>
                <a:uFillTx/>
                <a:latin typeface="+mj-lt"/>
                <a:ea typeface="+mj-ea"/>
                <a:cs typeface="+mj-cs"/>
              </a:rPr>
              <a:t>maatschappij</a:t>
            </a:r>
            <a:endParaRPr kumimoji="0" lang="en-US" sz="2200" b="1" i="0" u="none" strike="noStrike" spc="0" normalizeH="0" noProof="0" dirty="0">
              <a:ln>
                <a:noFill/>
              </a:ln>
              <a:solidFill>
                <a:srgbClr val="002060"/>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200" b="0" i="0" u="none" strike="noStrike" spc="0" normalizeH="0" noProof="0" dirty="0">
              <a:ln>
                <a:noFill/>
              </a:ln>
              <a:solidFill>
                <a:schemeClr val="tx1"/>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200" b="0" i="0" u="none" strike="noStrike" spc="0" normalizeH="0" noProof="0" dirty="0">
              <a:ln>
                <a:noFill/>
              </a:ln>
              <a:solidFill>
                <a:schemeClr val="tx1"/>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200" b="0" i="0" u="none" strike="noStrike" spc="0" normalizeH="0" noProof="0" dirty="0">
              <a:ln>
                <a:noFill/>
              </a:ln>
              <a:solidFill>
                <a:schemeClr val="tx1"/>
              </a:solidFill>
              <a:effectLst/>
              <a:uLnTx/>
              <a:uFillTx/>
              <a:latin typeface="+mj-lt"/>
              <a:ea typeface="+mj-ea"/>
              <a:cs typeface="+mj-cs"/>
            </a:endParaRPr>
          </a:p>
          <a:p>
            <a:pPr marL="0" marR="0" lvl="0" indent="0" fontAlgn="auto">
              <a:lnSpc>
                <a:spcPct val="90000"/>
              </a:lnSpc>
              <a:spcBef>
                <a:spcPct val="0"/>
              </a:spcBef>
              <a:spcAft>
                <a:spcPts val="600"/>
              </a:spcAft>
              <a:buClrTx/>
              <a:buSzPct val="125000"/>
              <a:tabLst/>
              <a:defRPr/>
            </a:pPr>
            <a:endParaRPr kumimoji="0" lang="en-US" sz="2200" b="0" i="0" u="none" strike="noStrike" spc="0" normalizeH="0" noProof="0" dirty="0">
              <a:ln>
                <a:noFill/>
              </a:ln>
              <a:solidFill>
                <a:schemeClr val="tx1"/>
              </a:solidFill>
              <a:effectLst/>
              <a:uLnTx/>
              <a:uFillTx/>
              <a:latin typeface="+mj-lt"/>
              <a:ea typeface="+mj-ea"/>
              <a:cs typeface="+mj-cs"/>
            </a:endParaRPr>
          </a:p>
        </p:txBody>
      </p:sp>
      <p:pic>
        <p:nvPicPr>
          <p:cNvPr id="4" name="Picture 4" descr="touching metaverse - artificial intelligence stockfoto's en -beelden">
            <a:extLst>
              <a:ext uri="{FF2B5EF4-FFF2-40B4-BE49-F238E27FC236}">
                <a16:creationId xmlns:a16="http://schemas.microsoft.com/office/drawing/2014/main" id="{C02CA8E6-32BA-3181-6645-1A41D07D44F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9519" r="6911" b="-1"/>
          <a:stretch>
            <a:fillRect/>
          </a:stretch>
        </p:blipFill>
        <p:spPr bwMode="auto">
          <a:xfrm>
            <a:off x="-5597" y="10"/>
            <a:ext cx="7558541" cy="6857990"/>
          </a:xfrm>
          <a:prstGeom prst="rect">
            <a:avLst/>
          </a:prstGeom>
          <a:noFill/>
          <a:extLst>
            <a:ext uri="{909E8E84-426E-40DD-AFC4-6F175D3DCCD1}">
              <a14:hiddenFill xmlns:a14="http://schemas.microsoft.com/office/drawing/2010/main">
                <a:solidFill>
                  <a:srgbClr val="FFFFFF"/>
                </a:solidFill>
              </a14:hiddenFill>
            </a:ext>
          </a:extLst>
        </p:spPr>
      </p:pic>
      <p:grpSp>
        <p:nvGrpSpPr>
          <p:cNvPr id="221" name="Group 220">
            <a:extLst>
              <a:ext uri="{FF2B5EF4-FFF2-40B4-BE49-F238E27FC236}">
                <a16:creationId xmlns:a16="http://schemas.microsoft.com/office/drawing/2014/main" id="{FD642FB6-2808-4BC5-AE0B-7302C24B78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222" name="Rectangle 221">
              <a:extLst>
                <a:ext uri="{FF2B5EF4-FFF2-40B4-BE49-F238E27FC236}">
                  <a16:creationId xmlns:a16="http://schemas.microsoft.com/office/drawing/2014/main" id="{0B0B8F04-D9A7-48E5-A29C-51A66B59DFF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223" name="Freeform 6">
              <a:extLst>
                <a:ext uri="{FF2B5EF4-FFF2-40B4-BE49-F238E27FC236}">
                  <a16:creationId xmlns:a16="http://schemas.microsoft.com/office/drawing/2014/main" id="{D6D18883-6BFF-42BB-8088-FCCF83F9CFC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24" name="Freeform 7">
              <a:extLst>
                <a:ext uri="{FF2B5EF4-FFF2-40B4-BE49-F238E27FC236}">
                  <a16:creationId xmlns:a16="http://schemas.microsoft.com/office/drawing/2014/main" id="{1D0FEFB3-A009-4D0F-9107-C0B17786FB0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25" name="Rectangle 224">
              <a:extLst>
                <a:ext uri="{FF2B5EF4-FFF2-40B4-BE49-F238E27FC236}">
                  <a16:creationId xmlns:a16="http://schemas.microsoft.com/office/drawing/2014/main" id="{78E86C7F-B981-4448-8A1A-856F7124FF4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226" name="Freeform 9">
              <a:extLst>
                <a:ext uri="{FF2B5EF4-FFF2-40B4-BE49-F238E27FC236}">
                  <a16:creationId xmlns:a16="http://schemas.microsoft.com/office/drawing/2014/main" id="{4C6CFFD9-BA00-4184-8310-5FC9550954F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27" name="Freeform 10">
              <a:extLst>
                <a:ext uri="{FF2B5EF4-FFF2-40B4-BE49-F238E27FC236}">
                  <a16:creationId xmlns:a16="http://schemas.microsoft.com/office/drawing/2014/main" id="{A1892DF3-4848-496C-8664-DFD32EE250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28" name="Freeform 11">
              <a:extLst>
                <a:ext uri="{FF2B5EF4-FFF2-40B4-BE49-F238E27FC236}">
                  <a16:creationId xmlns:a16="http://schemas.microsoft.com/office/drawing/2014/main" id="{D6DB8C30-651E-4D8F-A70C-163FC58427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29" name="Freeform 12">
              <a:extLst>
                <a:ext uri="{FF2B5EF4-FFF2-40B4-BE49-F238E27FC236}">
                  <a16:creationId xmlns:a16="http://schemas.microsoft.com/office/drawing/2014/main" id="{563DFB81-F969-4F44-BA6C-6347956423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0" name="Freeform 13">
              <a:extLst>
                <a:ext uri="{FF2B5EF4-FFF2-40B4-BE49-F238E27FC236}">
                  <a16:creationId xmlns:a16="http://schemas.microsoft.com/office/drawing/2014/main" id="{8E5DE346-AFCA-40DA-B5E2-93A86EA54C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1" name="Freeform 14">
              <a:extLst>
                <a:ext uri="{FF2B5EF4-FFF2-40B4-BE49-F238E27FC236}">
                  <a16:creationId xmlns:a16="http://schemas.microsoft.com/office/drawing/2014/main" id="{77A34306-2AE8-43D0-9686-E97B3B53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2" name="Freeform 15">
              <a:extLst>
                <a:ext uri="{FF2B5EF4-FFF2-40B4-BE49-F238E27FC236}">
                  <a16:creationId xmlns:a16="http://schemas.microsoft.com/office/drawing/2014/main" id="{B9CC10F0-FFCD-4CB9-AF4C-22722D20B75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3" name="Freeform 16">
              <a:extLst>
                <a:ext uri="{FF2B5EF4-FFF2-40B4-BE49-F238E27FC236}">
                  <a16:creationId xmlns:a16="http://schemas.microsoft.com/office/drawing/2014/main" id="{2A6B0E38-C962-4491-BFDA-75378B4D674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4" name="Freeform 17">
              <a:extLst>
                <a:ext uri="{FF2B5EF4-FFF2-40B4-BE49-F238E27FC236}">
                  <a16:creationId xmlns:a16="http://schemas.microsoft.com/office/drawing/2014/main" id="{655F640B-8407-487C-8696-F47451478E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5" name="Freeform 18">
              <a:extLst>
                <a:ext uri="{FF2B5EF4-FFF2-40B4-BE49-F238E27FC236}">
                  <a16:creationId xmlns:a16="http://schemas.microsoft.com/office/drawing/2014/main" id="{FAB4F099-4FF6-4410-A5B9-2A5355719C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6" name="Freeform 19">
              <a:extLst>
                <a:ext uri="{FF2B5EF4-FFF2-40B4-BE49-F238E27FC236}">
                  <a16:creationId xmlns:a16="http://schemas.microsoft.com/office/drawing/2014/main" id="{6FE80B6E-3DA9-4304-9925-12E578C4E9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7" name="Freeform 20">
              <a:extLst>
                <a:ext uri="{FF2B5EF4-FFF2-40B4-BE49-F238E27FC236}">
                  <a16:creationId xmlns:a16="http://schemas.microsoft.com/office/drawing/2014/main" id="{67D1CB75-0CBA-4E13-924C-21F221D7BF6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8" name="Freeform 21">
              <a:extLst>
                <a:ext uri="{FF2B5EF4-FFF2-40B4-BE49-F238E27FC236}">
                  <a16:creationId xmlns:a16="http://schemas.microsoft.com/office/drawing/2014/main" id="{F2CC783B-FA45-4777-A76A-982B285C7C4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39" name="Freeform 22">
              <a:extLst>
                <a:ext uri="{FF2B5EF4-FFF2-40B4-BE49-F238E27FC236}">
                  <a16:creationId xmlns:a16="http://schemas.microsoft.com/office/drawing/2014/main" id="{D68F4DD3-D736-4B78-972E-F5128CFBE7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0" name="Freeform 23">
              <a:extLst>
                <a:ext uri="{FF2B5EF4-FFF2-40B4-BE49-F238E27FC236}">
                  <a16:creationId xmlns:a16="http://schemas.microsoft.com/office/drawing/2014/main" id="{B14AF103-15B3-4796-A71A-297D37E176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1" name="Freeform 24">
              <a:extLst>
                <a:ext uri="{FF2B5EF4-FFF2-40B4-BE49-F238E27FC236}">
                  <a16:creationId xmlns:a16="http://schemas.microsoft.com/office/drawing/2014/main" id="{B0B240FB-0453-4B6F-9F9B-C2C3305AC5E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2" name="Freeform 25">
              <a:extLst>
                <a:ext uri="{FF2B5EF4-FFF2-40B4-BE49-F238E27FC236}">
                  <a16:creationId xmlns:a16="http://schemas.microsoft.com/office/drawing/2014/main" id="{EBBBDCEE-433E-40F3-B49D-375CB162A8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3" name="Freeform 26">
              <a:extLst>
                <a:ext uri="{FF2B5EF4-FFF2-40B4-BE49-F238E27FC236}">
                  <a16:creationId xmlns:a16="http://schemas.microsoft.com/office/drawing/2014/main" id="{09B123C6-141E-4A37-B5A7-27E7764FA1F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4" name="Freeform 27">
              <a:extLst>
                <a:ext uri="{FF2B5EF4-FFF2-40B4-BE49-F238E27FC236}">
                  <a16:creationId xmlns:a16="http://schemas.microsoft.com/office/drawing/2014/main" id="{1FA1F521-36A1-49FF-84A7-229E8970F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5" name="Freeform 28">
              <a:extLst>
                <a:ext uri="{FF2B5EF4-FFF2-40B4-BE49-F238E27FC236}">
                  <a16:creationId xmlns:a16="http://schemas.microsoft.com/office/drawing/2014/main" id="{DE512F89-D901-4487-A42C-02345EC5FCD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6" name="Freeform 29">
              <a:extLst>
                <a:ext uri="{FF2B5EF4-FFF2-40B4-BE49-F238E27FC236}">
                  <a16:creationId xmlns:a16="http://schemas.microsoft.com/office/drawing/2014/main" id="{ED3ED0E5-3226-4B78-B3EA-C591824B89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7" name="Freeform 30">
              <a:extLst>
                <a:ext uri="{FF2B5EF4-FFF2-40B4-BE49-F238E27FC236}">
                  <a16:creationId xmlns:a16="http://schemas.microsoft.com/office/drawing/2014/main" id="{9CBB1F68-B6DE-4ECF-B20F-328F9811E2F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8" name="Freeform 31">
              <a:extLst>
                <a:ext uri="{FF2B5EF4-FFF2-40B4-BE49-F238E27FC236}">
                  <a16:creationId xmlns:a16="http://schemas.microsoft.com/office/drawing/2014/main" id="{A566C551-9523-4D97-A8CF-5C91F436C5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49" name="Freeform 32">
              <a:extLst>
                <a:ext uri="{FF2B5EF4-FFF2-40B4-BE49-F238E27FC236}">
                  <a16:creationId xmlns:a16="http://schemas.microsoft.com/office/drawing/2014/main" id="{9E166BA0-9268-4419-9332-2D30C212397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0" name="Rectangle 249">
              <a:extLst>
                <a:ext uri="{FF2B5EF4-FFF2-40B4-BE49-F238E27FC236}">
                  <a16:creationId xmlns:a16="http://schemas.microsoft.com/office/drawing/2014/main" id="{B700C031-AA54-4DC7-B8A2-2569B3FA6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251" name="Freeform 34">
              <a:extLst>
                <a:ext uri="{FF2B5EF4-FFF2-40B4-BE49-F238E27FC236}">
                  <a16:creationId xmlns:a16="http://schemas.microsoft.com/office/drawing/2014/main" id="{03045EC8-ECC8-473F-8786-DE266F05B15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2" name="Freeform 35">
              <a:extLst>
                <a:ext uri="{FF2B5EF4-FFF2-40B4-BE49-F238E27FC236}">
                  <a16:creationId xmlns:a16="http://schemas.microsoft.com/office/drawing/2014/main" id="{9337EBA2-5088-4A44-8C0B-A6EE78989C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3" name="Freeform 36">
              <a:extLst>
                <a:ext uri="{FF2B5EF4-FFF2-40B4-BE49-F238E27FC236}">
                  <a16:creationId xmlns:a16="http://schemas.microsoft.com/office/drawing/2014/main" id="{3486A705-2593-45C9-A13E-8E2FB7C354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4" name="Freeform 37">
              <a:extLst>
                <a:ext uri="{FF2B5EF4-FFF2-40B4-BE49-F238E27FC236}">
                  <a16:creationId xmlns:a16="http://schemas.microsoft.com/office/drawing/2014/main" id="{F357321C-6DEE-4D02-A997-75E47EE0E0E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5" name="Freeform 38">
              <a:extLst>
                <a:ext uri="{FF2B5EF4-FFF2-40B4-BE49-F238E27FC236}">
                  <a16:creationId xmlns:a16="http://schemas.microsoft.com/office/drawing/2014/main" id="{D0B8F87F-3530-4BCD-A8E5-C1B83707B5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6" name="Freeform 39">
              <a:extLst>
                <a:ext uri="{FF2B5EF4-FFF2-40B4-BE49-F238E27FC236}">
                  <a16:creationId xmlns:a16="http://schemas.microsoft.com/office/drawing/2014/main" id="{5BE86BA3-AB0E-4F70-A552-0D9EB9E98E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7" name="Freeform 40">
              <a:extLst>
                <a:ext uri="{FF2B5EF4-FFF2-40B4-BE49-F238E27FC236}">
                  <a16:creationId xmlns:a16="http://schemas.microsoft.com/office/drawing/2014/main" id="{DF5FE773-B9AE-4A3F-8EDC-165CE579BDC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8" name="Freeform 41">
              <a:extLst>
                <a:ext uri="{FF2B5EF4-FFF2-40B4-BE49-F238E27FC236}">
                  <a16:creationId xmlns:a16="http://schemas.microsoft.com/office/drawing/2014/main" id="{4A03D7BE-B358-4F8B-85EA-65E0CBF2D1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59" name="Freeform 42">
              <a:extLst>
                <a:ext uri="{FF2B5EF4-FFF2-40B4-BE49-F238E27FC236}">
                  <a16:creationId xmlns:a16="http://schemas.microsoft.com/office/drawing/2014/main" id="{A6548877-0957-435B-A419-389A278E57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0" name="Freeform 43">
              <a:extLst>
                <a:ext uri="{FF2B5EF4-FFF2-40B4-BE49-F238E27FC236}">
                  <a16:creationId xmlns:a16="http://schemas.microsoft.com/office/drawing/2014/main" id="{B2D5EA95-9E60-468A-8DA1-40F05C9BDA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1" name="Freeform 44">
              <a:extLst>
                <a:ext uri="{FF2B5EF4-FFF2-40B4-BE49-F238E27FC236}">
                  <a16:creationId xmlns:a16="http://schemas.microsoft.com/office/drawing/2014/main" id="{C9B409CE-11E5-40D1-8C9B-86614EAE2A3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2" name="Rectangle 261">
              <a:extLst>
                <a:ext uri="{FF2B5EF4-FFF2-40B4-BE49-F238E27FC236}">
                  <a16:creationId xmlns:a16="http://schemas.microsoft.com/office/drawing/2014/main" id="{9E594AF5-DB50-4227-AC2F-10EE5233C4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endParaRPr lang="nl-NL"/>
            </a:p>
          </p:txBody>
        </p:sp>
        <p:sp>
          <p:nvSpPr>
            <p:cNvPr id="263" name="Freeform 46">
              <a:extLst>
                <a:ext uri="{FF2B5EF4-FFF2-40B4-BE49-F238E27FC236}">
                  <a16:creationId xmlns:a16="http://schemas.microsoft.com/office/drawing/2014/main" id="{9335DCAF-74A2-4994-B5BF-1C079A40A5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4" name="Freeform 47">
              <a:extLst>
                <a:ext uri="{FF2B5EF4-FFF2-40B4-BE49-F238E27FC236}">
                  <a16:creationId xmlns:a16="http://schemas.microsoft.com/office/drawing/2014/main" id="{1DC8E1A2-0C6B-4BA9-85F4-3645AED5DEA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5" name="Freeform 48">
              <a:extLst>
                <a:ext uri="{FF2B5EF4-FFF2-40B4-BE49-F238E27FC236}">
                  <a16:creationId xmlns:a16="http://schemas.microsoft.com/office/drawing/2014/main" id="{28F38DE0-3BEE-441A-8212-E77DA2328A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6" name="Freeform 49">
              <a:extLst>
                <a:ext uri="{FF2B5EF4-FFF2-40B4-BE49-F238E27FC236}">
                  <a16:creationId xmlns:a16="http://schemas.microsoft.com/office/drawing/2014/main" id="{AE81208E-D239-496C-A312-506B0241B31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7" name="Freeform 50">
              <a:extLst>
                <a:ext uri="{FF2B5EF4-FFF2-40B4-BE49-F238E27FC236}">
                  <a16:creationId xmlns:a16="http://schemas.microsoft.com/office/drawing/2014/main" id="{242FE966-DDA4-4668-B8D6-C4B0D4C78E5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8" name="Freeform 51">
              <a:extLst>
                <a:ext uri="{FF2B5EF4-FFF2-40B4-BE49-F238E27FC236}">
                  <a16:creationId xmlns:a16="http://schemas.microsoft.com/office/drawing/2014/main" id="{FB0A5F60-550F-4025-9DCE-6F42A7C064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69" name="Freeform 52">
              <a:extLst>
                <a:ext uri="{FF2B5EF4-FFF2-40B4-BE49-F238E27FC236}">
                  <a16:creationId xmlns:a16="http://schemas.microsoft.com/office/drawing/2014/main" id="{D7B61D18-4A61-44C9-A809-40639E8C1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0" name="Freeform 53">
              <a:extLst>
                <a:ext uri="{FF2B5EF4-FFF2-40B4-BE49-F238E27FC236}">
                  <a16:creationId xmlns:a16="http://schemas.microsoft.com/office/drawing/2014/main" id="{CB26E7EB-DC12-4BA7-B5DE-09EF2C1D0A3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1" name="Freeform 54">
              <a:extLst>
                <a:ext uri="{FF2B5EF4-FFF2-40B4-BE49-F238E27FC236}">
                  <a16:creationId xmlns:a16="http://schemas.microsoft.com/office/drawing/2014/main" id="{921237B4-9D85-4611-851F-5DBD71544AE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2" name="Freeform 55">
              <a:extLst>
                <a:ext uri="{FF2B5EF4-FFF2-40B4-BE49-F238E27FC236}">
                  <a16:creationId xmlns:a16="http://schemas.microsoft.com/office/drawing/2014/main" id="{C91509DE-9FAA-4E84-BCC1-CDDBEA8AC0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3" name="Freeform 56">
              <a:extLst>
                <a:ext uri="{FF2B5EF4-FFF2-40B4-BE49-F238E27FC236}">
                  <a16:creationId xmlns:a16="http://schemas.microsoft.com/office/drawing/2014/main" id="{C7029B06-6A09-4E46-BA86-F3C66DBDD4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4" name="Freeform 57">
              <a:extLst>
                <a:ext uri="{FF2B5EF4-FFF2-40B4-BE49-F238E27FC236}">
                  <a16:creationId xmlns:a16="http://schemas.microsoft.com/office/drawing/2014/main" id="{FF4ACFBF-D1F2-47B1-B0EB-F08C6508BD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sp>
          <p:nvSpPr>
            <p:cNvPr id="275" name="Freeform 58">
              <a:extLst>
                <a:ext uri="{FF2B5EF4-FFF2-40B4-BE49-F238E27FC236}">
                  <a16:creationId xmlns:a16="http://schemas.microsoft.com/office/drawing/2014/main" id="{A6FD1991-3A0E-4F63-BAD9-A98C2986048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endParaRPr lang="nl-NL"/>
            </a:p>
          </p:txBody>
        </p:sp>
      </p:grpSp>
      <p:sp>
        <p:nvSpPr>
          <p:cNvPr id="3" name="Ondertitel 2">
            <a:extLst>
              <a:ext uri="{FF2B5EF4-FFF2-40B4-BE49-F238E27FC236}">
                <a16:creationId xmlns:a16="http://schemas.microsoft.com/office/drawing/2014/main" id="{F67D3579-45EB-E324-A7A2-2490CDF25338}"/>
              </a:ext>
            </a:extLst>
          </p:cNvPr>
          <p:cNvSpPr>
            <a:spLocks noGrp="1"/>
          </p:cNvSpPr>
          <p:nvPr>
            <p:ph type="subTitle" idx="1"/>
          </p:nvPr>
        </p:nvSpPr>
        <p:spPr>
          <a:xfrm>
            <a:off x="7705343" y="1482134"/>
            <a:ext cx="4248532" cy="3541714"/>
          </a:xfrm>
        </p:spPr>
        <p:txBody>
          <a:bodyPr vert="horz" lIns="91440" tIns="45720" rIns="91440" bIns="45720" rtlCol="0">
            <a:normAutofit/>
          </a:bodyPr>
          <a:lstStyle/>
          <a:p>
            <a:pPr indent="-228600">
              <a:buFont typeface="Arial" panose="020B0604020202020204" pitchFamily="34" charset="0"/>
              <a:buChar char="•"/>
            </a:pPr>
            <a:r>
              <a:rPr lang="en-US" sz="2500" dirty="0" err="1"/>
              <a:t>Sociaal</a:t>
            </a:r>
            <a:r>
              <a:rPr lang="en-US" sz="2500" dirty="0"/>
              <a:t>/</a:t>
            </a:r>
            <a:r>
              <a:rPr lang="en-US" sz="2500" dirty="0" err="1"/>
              <a:t>cultureel</a:t>
            </a:r>
            <a:r>
              <a:rPr lang="en-US" sz="2500" dirty="0"/>
              <a:t> =&gt; </a:t>
            </a:r>
            <a:r>
              <a:rPr lang="en-US" sz="2500" dirty="0" err="1"/>
              <a:t>aanpassing</a:t>
            </a:r>
            <a:r>
              <a:rPr lang="en-US" sz="2500" dirty="0"/>
              <a:t> van de </a:t>
            </a:r>
            <a:r>
              <a:rPr lang="en-US" sz="2500" dirty="0" err="1"/>
              <a:t>mens</a:t>
            </a:r>
            <a:r>
              <a:rPr lang="en-US" sz="2500" dirty="0"/>
              <a:t>, </a:t>
            </a:r>
            <a:r>
              <a:rPr lang="en-US" sz="2500" dirty="0" err="1"/>
              <a:t>veranderingen</a:t>
            </a:r>
            <a:r>
              <a:rPr lang="en-US" sz="2500" dirty="0"/>
              <a:t>. </a:t>
            </a:r>
            <a:r>
              <a:rPr lang="en-US" sz="2500" dirty="0" err="1"/>
              <a:t>Misinformatie</a:t>
            </a:r>
            <a:r>
              <a:rPr lang="en-US" sz="2500" dirty="0"/>
              <a:t> </a:t>
            </a:r>
          </a:p>
          <a:p>
            <a:pPr indent="-228600">
              <a:buFont typeface="Arial" panose="020B0604020202020204" pitchFamily="34" charset="0"/>
              <a:buChar char="•"/>
            </a:pPr>
            <a:r>
              <a:rPr lang="en-US" sz="2500" dirty="0"/>
              <a:t>En redder of </a:t>
            </a:r>
            <a:r>
              <a:rPr lang="en-US" sz="2500" dirty="0" err="1"/>
              <a:t>vervuiler</a:t>
            </a:r>
            <a:r>
              <a:rPr lang="en-US" sz="2500" dirty="0"/>
              <a:t> “data </a:t>
            </a:r>
            <a:r>
              <a:rPr lang="en-US" sz="2500" dirty="0" err="1"/>
              <a:t>verwerking</a:t>
            </a:r>
            <a:r>
              <a:rPr lang="en-US" sz="2500" dirty="0"/>
              <a:t>/cloud </a:t>
            </a:r>
            <a:r>
              <a:rPr lang="en-US" sz="2500" dirty="0" err="1"/>
              <a:t>kost</a:t>
            </a:r>
            <a:r>
              <a:rPr lang="en-US" sz="2500" dirty="0"/>
              <a:t> heel </a:t>
            </a:r>
            <a:r>
              <a:rPr lang="en-US" sz="2500" dirty="0" err="1"/>
              <a:t>veel</a:t>
            </a:r>
            <a:r>
              <a:rPr lang="en-US" sz="2500" dirty="0"/>
              <a:t> </a:t>
            </a:r>
            <a:r>
              <a:rPr lang="en-US" sz="2500" dirty="0" err="1"/>
              <a:t>energie</a:t>
            </a:r>
            <a:endParaRPr lang="en-US" sz="2500" dirty="0"/>
          </a:p>
          <a:p>
            <a:pPr indent="-228600">
              <a:buFont typeface="Arial" panose="020B0604020202020204" pitchFamily="34" charset="0"/>
              <a:buChar char="•"/>
            </a:pPr>
            <a:endParaRPr lang="en-US" sz="1800" dirty="0">
              <a:solidFill>
                <a:schemeClr val="tx1"/>
              </a:solidFill>
            </a:endParaRPr>
          </a:p>
          <a:p>
            <a:pPr indent="-228600">
              <a:buFont typeface="Arial" panose="020B0604020202020204" pitchFamily="34" charset="0"/>
              <a:buChar char="•"/>
            </a:pPr>
            <a:endParaRPr lang="en-US" sz="1800" dirty="0">
              <a:solidFill>
                <a:schemeClr val="tx1"/>
              </a:solidFill>
            </a:endParaRPr>
          </a:p>
          <a:p>
            <a:pPr indent="-228600">
              <a:buFont typeface="Arial" panose="020B0604020202020204" pitchFamily="34" charset="0"/>
              <a:buChar char="•"/>
            </a:pPr>
            <a:endParaRPr lang="en-US" sz="1800" dirty="0">
              <a:solidFill>
                <a:schemeClr val="tx1"/>
              </a:solidFill>
            </a:endParaRPr>
          </a:p>
          <a:p>
            <a:pPr indent="-228600">
              <a:buFont typeface="Arial" panose="020B0604020202020204" pitchFamily="34" charset="0"/>
              <a:buChar char="•"/>
            </a:pPr>
            <a:endParaRPr lang="en-US" sz="1800" dirty="0">
              <a:solidFill>
                <a:schemeClr val="tx1"/>
              </a:solidFill>
            </a:endParaRPr>
          </a:p>
        </p:txBody>
      </p:sp>
    </p:spTree>
    <p:extLst>
      <p:ext uri="{BB962C8B-B14F-4D97-AF65-F5344CB8AC3E}">
        <p14:creationId xmlns:p14="http://schemas.microsoft.com/office/powerpoint/2010/main" val="2196025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3CE1D1D4-DEFD-4D0C-E4F9-FF84C13A435F}"/>
            </a:ext>
          </a:extLst>
        </p:cNvPr>
        <p:cNvGrpSpPr/>
        <p:nvPr/>
      </p:nvGrpSpPr>
      <p:grpSpPr>
        <a:xfrm>
          <a:off x="0" y="0"/>
          <a:ext cx="0" cy="0"/>
          <a:chOff x="0" y="0"/>
          <a:chExt cx="0" cy="0"/>
        </a:xfrm>
      </p:grpSpPr>
      <p:grpSp>
        <p:nvGrpSpPr>
          <p:cNvPr id="174" name="Group 173">
            <a:extLst>
              <a:ext uri="{FF2B5EF4-FFF2-40B4-BE49-F238E27FC236}">
                <a16:creationId xmlns:a16="http://schemas.microsoft.com/office/drawing/2014/main" id="{3855669C-30F9-44C6-8C38-69901ACDD7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75" name="Rectangle 174">
              <a:extLst>
                <a:ext uri="{FF2B5EF4-FFF2-40B4-BE49-F238E27FC236}">
                  <a16:creationId xmlns:a16="http://schemas.microsoft.com/office/drawing/2014/main" id="{F2DF35B2-2D2B-4E01-8A96-E6D85EE1B7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6" name="Picture 2">
              <a:extLst>
                <a:ext uri="{FF2B5EF4-FFF2-40B4-BE49-F238E27FC236}">
                  <a16:creationId xmlns:a16="http://schemas.microsoft.com/office/drawing/2014/main" id="{6E93389E-F919-4F2E-BDAF-068D6C7CCC6C}"/>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4">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sp>
        <p:nvSpPr>
          <p:cNvPr id="3" name="Ondertitel 2">
            <a:extLst>
              <a:ext uri="{FF2B5EF4-FFF2-40B4-BE49-F238E27FC236}">
                <a16:creationId xmlns:a16="http://schemas.microsoft.com/office/drawing/2014/main" id="{7F9EA0CF-2432-FA3F-B78B-FF9296280D5A}"/>
              </a:ext>
            </a:extLst>
          </p:cNvPr>
          <p:cNvSpPr>
            <a:spLocks noGrp="1"/>
          </p:cNvSpPr>
          <p:nvPr>
            <p:ph type="subTitle" idx="1"/>
          </p:nvPr>
        </p:nvSpPr>
        <p:spPr>
          <a:xfrm>
            <a:off x="1143001" y="5244572"/>
            <a:ext cx="8830732" cy="690562"/>
          </a:xfrm>
        </p:spPr>
        <p:txBody>
          <a:bodyPr anchor="t">
            <a:normAutofit/>
          </a:bodyPr>
          <a:lstStyle/>
          <a:p>
            <a:endParaRPr lang="nl-NL"/>
          </a:p>
          <a:p>
            <a:endParaRPr lang="nl-NL"/>
          </a:p>
          <a:p>
            <a:endParaRPr lang="nl-NL"/>
          </a:p>
          <a:p>
            <a:endParaRPr lang="nl-NL"/>
          </a:p>
        </p:txBody>
      </p:sp>
      <p:grpSp>
        <p:nvGrpSpPr>
          <p:cNvPr id="178" name="Group 177">
            <a:extLst>
              <a:ext uri="{FF2B5EF4-FFF2-40B4-BE49-F238E27FC236}">
                <a16:creationId xmlns:a16="http://schemas.microsoft.com/office/drawing/2014/main" id="{3E9125AD-1669-4F38-9916-85149AC96A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79" name="Rectangle 5">
              <a:extLst>
                <a:ext uri="{FF2B5EF4-FFF2-40B4-BE49-F238E27FC236}">
                  <a16:creationId xmlns:a16="http://schemas.microsoft.com/office/drawing/2014/main" id="{06DD5C72-3AE2-4743-999F-69E84F74D0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180" name="Freeform 6">
              <a:extLst>
                <a:ext uri="{FF2B5EF4-FFF2-40B4-BE49-F238E27FC236}">
                  <a16:creationId xmlns:a16="http://schemas.microsoft.com/office/drawing/2014/main" id="{B6A149F2-B4A1-4692-B280-BA9B7760AB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1" name="Freeform 7">
              <a:extLst>
                <a:ext uri="{FF2B5EF4-FFF2-40B4-BE49-F238E27FC236}">
                  <a16:creationId xmlns:a16="http://schemas.microsoft.com/office/drawing/2014/main" id="{8D5F95FD-80E7-4AFA-A164-75C7C42EDF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2" name="Freeform 8">
              <a:extLst>
                <a:ext uri="{FF2B5EF4-FFF2-40B4-BE49-F238E27FC236}">
                  <a16:creationId xmlns:a16="http://schemas.microsoft.com/office/drawing/2014/main" id="{71530B0A-A524-468E-8402-C2173F7AB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3" name="Freeform 9">
              <a:extLst>
                <a:ext uri="{FF2B5EF4-FFF2-40B4-BE49-F238E27FC236}">
                  <a16:creationId xmlns:a16="http://schemas.microsoft.com/office/drawing/2014/main" id="{25AAF7EC-D483-4CE0-991E-4E71C1ECC8A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4" name="Freeform 10">
              <a:extLst>
                <a:ext uri="{FF2B5EF4-FFF2-40B4-BE49-F238E27FC236}">
                  <a16:creationId xmlns:a16="http://schemas.microsoft.com/office/drawing/2014/main" id="{8BA39070-B1F7-4858-855D-1167F07A03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5" name="Freeform 11">
              <a:extLst>
                <a:ext uri="{FF2B5EF4-FFF2-40B4-BE49-F238E27FC236}">
                  <a16:creationId xmlns:a16="http://schemas.microsoft.com/office/drawing/2014/main" id="{925CFC33-DE5F-4D5F-8D72-1E1EC25524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6" name="Freeform 12">
              <a:extLst>
                <a:ext uri="{FF2B5EF4-FFF2-40B4-BE49-F238E27FC236}">
                  <a16:creationId xmlns:a16="http://schemas.microsoft.com/office/drawing/2014/main" id="{BF95A65B-84F4-45D4-9B78-ADAB2157537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7" name="Freeform 13">
              <a:extLst>
                <a:ext uri="{FF2B5EF4-FFF2-40B4-BE49-F238E27FC236}">
                  <a16:creationId xmlns:a16="http://schemas.microsoft.com/office/drawing/2014/main" id="{A065030B-1999-4B5D-8D35-9F4E0E6519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8" name="Freeform 14">
              <a:extLst>
                <a:ext uri="{FF2B5EF4-FFF2-40B4-BE49-F238E27FC236}">
                  <a16:creationId xmlns:a16="http://schemas.microsoft.com/office/drawing/2014/main" id="{D339A627-F320-43C6-B5CB-6971F6C67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9" name="Freeform 15">
              <a:extLst>
                <a:ext uri="{FF2B5EF4-FFF2-40B4-BE49-F238E27FC236}">
                  <a16:creationId xmlns:a16="http://schemas.microsoft.com/office/drawing/2014/main" id="{AB0FBCE5-1056-40C7-A8B8-0F393A2BBF5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0" name="Line 16">
              <a:extLst>
                <a:ext uri="{FF2B5EF4-FFF2-40B4-BE49-F238E27FC236}">
                  <a16:creationId xmlns:a16="http://schemas.microsoft.com/office/drawing/2014/main" id="{C00C2360-88F0-4E91-8227-B3D2B195256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nl-NL"/>
            </a:p>
          </p:txBody>
        </p:sp>
        <p:sp>
          <p:nvSpPr>
            <p:cNvPr id="191" name="Freeform 17">
              <a:extLst>
                <a:ext uri="{FF2B5EF4-FFF2-40B4-BE49-F238E27FC236}">
                  <a16:creationId xmlns:a16="http://schemas.microsoft.com/office/drawing/2014/main" id="{41A18235-E516-41F0-81DB-FD34759DE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2" name="Freeform 18">
              <a:extLst>
                <a:ext uri="{FF2B5EF4-FFF2-40B4-BE49-F238E27FC236}">
                  <a16:creationId xmlns:a16="http://schemas.microsoft.com/office/drawing/2014/main" id="{E420FE5B-BAD8-4534-8191-807D0C805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3" name="Freeform 19">
              <a:extLst>
                <a:ext uri="{FF2B5EF4-FFF2-40B4-BE49-F238E27FC236}">
                  <a16:creationId xmlns:a16="http://schemas.microsoft.com/office/drawing/2014/main" id="{EDD1FA87-A2D2-4E9D-BC94-1B81DD285B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4" name="Freeform 20">
              <a:extLst>
                <a:ext uri="{FF2B5EF4-FFF2-40B4-BE49-F238E27FC236}">
                  <a16:creationId xmlns:a16="http://schemas.microsoft.com/office/drawing/2014/main" id="{DBD4A60D-E6A5-420C-812B-ABC6D375A38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5" name="Rectangle 21">
              <a:extLst>
                <a:ext uri="{FF2B5EF4-FFF2-40B4-BE49-F238E27FC236}">
                  <a16:creationId xmlns:a16="http://schemas.microsoft.com/office/drawing/2014/main" id="{D724257B-DDCF-4986-86D2-361958CEEC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196" name="Freeform 22">
              <a:extLst>
                <a:ext uri="{FF2B5EF4-FFF2-40B4-BE49-F238E27FC236}">
                  <a16:creationId xmlns:a16="http://schemas.microsoft.com/office/drawing/2014/main" id="{8407366A-F201-4F46-8C7D-11509D3C63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7" name="Freeform 23">
              <a:extLst>
                <a:ext uri="{FF2B5EF4-FFF2-40B4-BE49-F238E27FC236}">
                  <a16:creationId xmlns:a16="http://schemas.microsoft.com/office/drawing/2014/main" id="{2DD37FB6-1C62-42F4-BB69-795147C7792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8" name="Freeform 24">
              <a:extLst>
                <a:ext uri="{FF2B5EF4-FFF2-40B4-BE49-F238E27FC236}">
                  <a16:creationId xmlns:a16="http://schemas.microsoft.com/office/drawing/2014/main" id="{AFF4F82B-F46E-4F79-8418-84431006D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9" name="Freeform 25">
              <a:extLst>
                <a:ext uri="{FF2B5EF4-FFF2-40B4-BE49-F238E27FC236}">
                  <a16:creationId xmlns:a16="http://schemas.microsoft.com/office/drawing/2014/main" id="{CC3CD893-2054-44A3-A0B9-3B57752C7E5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0" name="Freeform 26">
              <a:extLst>
                <a:ext uri="{FF2B5EF4-FFF2-40B4-BE49-F238E27FC236}">
                  <a16:creationId xmlns:a16="http://schemas.microsoft.com/office/drawing/2014/main" id="{96C31534-F338-4D16-B1A4-8455F1B7B2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1" name="Freeform 27">
              <a:extLst>
                <a:ext uri="{FF2B5EF4-FFF2-40B4-BE49-F238E27FC236}">
                  <a16:creationId xmlns:a16="http://schemas.microsoft.com/office/drawing/2014/main" id="{4839C97D-2DCA-4C22-84D6-F984CA979C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2" name="Freeform 28">
              <a:extLst>
                <a:ext uri="{FF2B5EF4-FFF2-40B4-BE49-F238E27FC236}">
                  <a16:creationId xmlns:a16="http://schemas.microsoft.com/office/drawing/2014/main" id="{FFB734AA-2930-437D-97BD-46FCBB2E830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3" name="Freeform 29">
              <a:extLst>
                <a:ext uri="{FF2B5EF4-FFF2-40B4-BE49-F238E27FC236}">
                  <a16:creationId xmlns:a16="http://schemas.microsoft.com/office/drawing/2014/main" id="{B16EE874-53E7-46FC-B590-0CC81B4B05B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4" name="Freeform 30">
              <a:extLst>
                <a:ext uri="{FF2B5EF4-FFF2-40B4-BE49-F238E27FC236}">
                  <a16:creationId xmlns:a16="http://schemas.microsoft.com/office/drawing/2014/main" id="{3BD15DC5-644F-4C47-A377-623D6BCD20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5" name="Freeform 31">
              <a:extLst>
                <a:ext uri="{FF2B5EF4-FFF2-40B4-BE49-F238E27FC236}">
                  <a16:creationId xmlns:a16="http://schemas.microsoft.com/office/drawing/2014/main" id="{650ED2D8-2BCF-4F67-8E63-B0011570A5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grpSp>
      <p:pic>
        <p:nvPicPr>
          <p:cNvPr id="36" name="Afbeelding 35">
            <a:extLst>
              <a:ext uri="{FF2B5EF4-FFF2-40B4-BE49-F238E27FC236}">
                <a16:creationId xmlns:a16="http://schemas.microsoft.com/office/drawing/2014/main" id="{E047B6B3-5B3D-36D6-408C-BC2BCBAFA49A}"/>
              </a:ext>
            </a:extLst>
          </p:cNvPr>
          <p:cNvPicPr>
            <a:picLocks noChangeAspect="1"/>
          </p:cNvPicPr>
          <p:nvPr/>
        </p:nvPicPr>
        <p:blipFill>
          <a:blip r:embed="rId5"/>
          <a:srcRect t="553" r="-3" b="-3"/>
          <a:stretch>
            <a:fillRect/>
          </a:stretch>
        </p:blipFill>
        <p:spPr>
          <a:xfrm>
            <a:off x="1141411" y="607028"/>
            <a:ext cx="3182939" cy="3299778"/>
          </a:xfrm>
          <a:custGeom>
            <a:avLst/>
            <a:gdLst/>
            <a:ahLst/>
            <a:cxnLst/>
            <a:rect l="l" t="t" r="r" b="b"/>
            <a:pathLst>
              <a:path w="4874998" h="3299778">
                <a:moveTo>
                  <a:pt x="160369" y="0"/>
                </a:moveTo>
                <a:lnTo>
                  <a:pt x="4874998" y="0"/>
                </a:lnTo>
                <a:lnTo>
                  <a:pt x="4874998" y="3299778"/>
                </a:lnTo>
                <a:lnTo>
                  <a:pt x="0" y="3299778"/>
                </a:lnTo>
                <a:lnTo>
                  <a:pt x="0" y="160369"/>
                </a:lnTo>
                <a:cubicBezTo>
                  <a:pt x="0" y="71800"/>
                  <a:pt x="71800" y="0"/>
                  <a:pt x="160369" y="0"/>
                </a:cubicBezTo>
                <a:close/>
              </a:path>
            </a:pathLst>
          </a:cu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pic>
        <p:nvPicPr>
          <p:cNvPr id="12" name="Afbeelding 11">
            <a:extLst>
              <a:ext uri="{FF2B5EF4-FFF2-40B4-BE49-F238E27FC236}">
                <a16:creationId xmlns:a16="http://schemas.microsoft.com/office/drawing/2014/main" id="{81FEE5A7-3EE9-66CD-0AC7-808288F9EE08}"/>
              </a:ext>
            </a:extLst>
          </p:cNvPr>
          <p:cNvPicPr>
            <a:picLocks noChangeAspect="1"/>
          </p:cNvPicPr>
          <p:nvPr/>
        </p:nvPicPr>
        <p:blipFill>
          <a:blip r:embed="rId6"/>
          <a:srcRect l="19429" r="12627" b="-3"/>
          <a:stretch>
            <a:fillRect/>
          </a:stretch>
        </p:blipFill>
        <p:spPr>
          <a:xfrm>
            <a:off x="4494918" y="606425"/>
            <a:ext cx="3200400" cy="3300984"/>
          </a:xfrm>
          <a:prstGeom prst="rect">
            <a:avLst/>
          </a:prstGeom>
          <a:ln w="19050" cap="sq">
            <a:solidFill>
              <a:schemeClr val="tx2">
                <a:lumMod val="60000"/>
                <a:lumOff val="40000"/>
                <a:alpha val="60000"/>
              </a:schemeClr>
            </a:solidFill>
            <a:miter lim="800000"/>
          </a:ln>
          <a:effectLst>
            <a:outerShdw blurRad="88900" dist="38100" dir="5400000" algn="tl" rotWithShape="0">
              <a:prstClr val="black">
                <a:alpha val="40000"/>
              </a:prstClr>
            </a:outerShdw>
          </a:effectLst>
        </p:spPr>
      </p:pic>
      <p:pic>
        <p:nvPicPr>
          <p:cNvPr id="8" name="Afbeelding 7">
            <a:extLst>
              <a:ext uri="{FF2B5EF4-FFF2-40B4-BE49-F238E27FC236}">
                <a16:creationId xmlns:a16="http://schemas.microsoft.com/office/drawing/2014/main" id="{1463B117-BF5C-C3C5-8164-EB18E55939FF}"/>
              </a:ext>
            </a:extLst>
          </p:cNvPr>
          <p:cNvPicPr>
            <a:picLocks noChangeAspect="1"/>
          </p:cNvPicPr>
          <p:nvPr/>
        </p:nvPicPr>
        <p:blipFill>
          <a:blip r:embed="rId7"/>
          <a:srcRect l="6913" r="9480" b="-3"/>
          <a:stretch>
            <a:fillRect/>
          </a:stretch>
        </p:blipFill>
        <p:spPr>
          <a:xfrm>
            <a:off x="7865886" y="607028"/>
            <a:ext cx="3187880" cy="3299778"/>
          </a:xfrm>
          <a:custGeom>
            <a:avLst/>
            <a:gdLst/>
            <a:ahLst/>
            <a:cxnLst/>
            <a:rect l="l" t="t" r="r" b="b"/>
            <a:pathLst>
              <a:path w="4873629" h="3299778">
                <a:moveTo>
                  <a:pt x="0" y="0"/>
                </a:moveTo>
                <a:lnTo>
                  <a:pt x="4873629" y="0"/>
                </a:lnTo>
                <a:lnTo>
                  <a:pt x="4873629" y="3139409"/>
                </a:lnTo>
                <a:cubicBezTo>
                  <a:pt x="4873629" y="3227978"/>
                  <a:pt x="4801829" y="3299778"/>
                  <a:pt x="4713260" y="3299778"/>
                </a:cubicBezTo>
                <a:lnTo>
                  <a:pt x="0" y="3299778"/>
                </a:lnTo>
                <a:close/>
              </a:path>
            </a:pathLst>
          </a:cu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grpSp>
        <p:nvGrpSpPr>
          <p:cNvPr id="207" name="Group 206">
            <a:extLst>
              <a:ext uri="{FF2B5EF4-FFF2-40B4-BE49-F238E27FC236}">
                <a16:creationId xmlns:a16="http://schemas.microsoft.com/office/drawing/2014/main" id="{1F227D73-5D6D-4D62-B0C5-8F636AA6B8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208" name="Freeform 32">
              <a:extLst>
                <a:ext uri="{FF2B5EF4-FFF2-40B4-BE49-F238E27FC236}">
                  <a16:creationId xmlns:a16="http://schemas.microsoft.com/office/drawing/2014/main" id="{DF2FF6C9-38C8-4237-9837-EA0D6C1BA7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9" name="Freeform 33">
              <a:extLst>
                <a:ext uri="{FF2B5EF4-FFF2-40B4-BE49-F238E27FC236}">
                  <a16:creationId xmlns:a16="http://schemas.microsoft.com/office/drawing/2014/main" id="{2EB0C73D-F8F3-4D7D-B500-704DFB6D2E3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0" name="Freeform 34">
              <a:extLst>
                <a:ext uri="{FF2B5EF4-FFF2-40B4-BE49-F238E27FC236}">
                  <a16:creationId xmlns:a16="http://schemas.microsoft.com/office/drawing/2014/main" id="{75BC3B26-8B72-4602-BF44-C675656AC32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1" name="Freeform 35">
              <a:extLst>
                <a:ext uri="{FF2B5EF4-FFF2-40B4-BE49-F238E27FC236}">
                  <a16:creationId xmlns:a16="http://schemas.microsoft.com/office/drawing/2014/main" id="{A2F70177-1A4E-40B1-9A3C-FE9470B7E7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2" name="Freeform 36">
              <a:extLst>
                <a:ext uri="{FF2B5EF4-FFF2-40B4-BE49-F238E27FC236}">
                  <a16:creationId xmlns:a16="http://schemas.microsoft.com/office/drawing/2014/main" id="{0DC85635-3466-4445-9F44-278EA451EAA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3" name="Freeform 37">
              <a:extLst>
                <a:ext uri="{FF2B5EF4-FFF2-40B4-BE49-F238E27FC236}">
                  <a16:creationId xmlns:a16="http://schemas.microsoft.com/office/drawing/2014/main" id="{7C30D50A-51B9-4D22-B027-8CE126C603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4" name="Freeform 38">
              <a:extLst>
                <a:ext uri="{FF2B5EF4-FFF2-40B4-BE49-F238E27FC236}">
                  <a16:creationId xmlns:a16="http://schemas.microsoft.com/office/drawing/2014/main" id="{DED50959-CB74-4CDA-8278-22057D5A360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5" name="Freeform 39">
              <a:extLst>
                <a:ext uri="{FF2B5EF4-FFF2-40B4-BE49-F238E27FC236}">
                  <a16:creationId xmlns:a16="http://schemas.microsoft.com/office/drawing/2014/main" id="{1D85FAF7-2F59-4657-BE92-28F9597735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6" name="Freeform 40">
              <a:extLst>
                <a:ext uri="{FF2B5EF4-FFF2-40B4-BE49-F238E27FC236}">
                  <a16:creationId xmlns:a16="http://schemas.microsoft.com/office/drawing/2014/main" id="{D8A2FFF2-F16D-44E8-A9C1-81FECC3772D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7" name="Rectangle 41">
              <a:extLst>
                <a:ext uri="{FF2B5EF4-FFF2-40B4-BE49-F238E27FC236}">
                  <a16:creationId xmlns:a16="http://schemas.microsoft.com/office/drawing/2014/main" id="{1D2A4166-8595-409D-9319-B61E78A3BF1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grpSp>
      <p:sp>
        <p:nvSpPr>
          <p:cNvPr id="37" name="Ondertitel 2">
            <a:extLst>
              <a:ext uri="{FF2B5EF4-FFF2-40B4-BE49-F238E27FC236}">
                <a16:creationId xmlns:a16="http://schemas.microsoft.com/office/drawing/2014/main" id="{304F6B48-B49C-6A24-6DCA-BCA6182B566B}"/>
              </a:ext>
            </a:extLst>
          </p:cNvPr>
          <p:cNvSpPr txBox="1">
            <a:spLocks/>
          </p:cNvSpPr>
          <p:nvPr/>
        </p:nvSpPr>
        <p:spPr>
          <a:xfrm>
            <a:off x="1143001" y="4131325"/>
            <a:ext cx="9163048" cy="2538821"/>
          </a:xfrm>
          <a:prstGeom prst="rect">
            <a:avLst/>
          </a:prstGeom>
        </p:spPr>
        <p:txBody>
          <a:bodyPr vert="horz" lIns="91440" tIns="45720" rIns="91440" bIns="45720" rtlCol="0" anchor="t">
            <a:normAutofit/>
          </a:bodyPr>
          <a:lstStyle>
            <a:lvl1pPr marL="0" indent="0" algn="l" defTabSz="914400" rtl="0" eaLnBrk="1" latinLnBrk="0" hangingPunct="1">
              <a:lnSpc>
                <a:spcPct val="120000"/>
              </a:lnSpc>
              <a:spcBef>
                <a:spcPts val="1000"/>
              </a:spcBef>
              <a:buSzPct val="125000"/>
              <a:buFont typeface="Arial" panose="020B0604020202020204" pitchFamily="34" charset="0"/>
              <a:buNone/>
              <a:defRPr sz="2000" kern="1200" cap="all" baseline="0">
                <a:solidFill>
                  <a:schemeClr val="tx2"/>
                </a:solidFill>
                <a:latin typeface="+mn-lt"/>
                <a:ea typeface="+mn-ea"/>
                <a:cs typeface="+mn-cs"/>
              </a:defRPr>
            </a:lvl1pPr>
            <a:lvl2pPr marL="457200" indent="0" algn="ctr" defTabSz="914400" rtl="0" eaLnBrk="1" latinLnBrk="0" hangingPunct="1">
              <a:lnSpc>
                <a:spcPct val="120000"/>
              </a:lnSpc>
              <a:spcBef>
                <a:spcPts val="500"/>
              </a:spcBef>
              <a:buSzPct val="125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125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20000"/>
              </a:lnSpc>
              <a:spcBef>
                <a:spcPts val="500"/>
              </a:spcBef>
              <a:buSzPct val="125000"/>
              <a:buFont typeface="Arial" panose="020B0604020202020204" pitchFamily="34" charset="0"/>
              <a:buNone/>
              <a:defRPr sz="1600" kern="1200">
                <a:solidFill>
                  <a:schemeClr val="tx1"/>
                </a:solidFill>
                <a:latin typeface="+mn-lt"/>
                <a:ea typeface="+mn-ea"/>
                <a:cs typeface="+mn-cs"/>
              </a:defRPr>
            </a:lvl9pPr>
          </a:lstStyle>
          <a:p>
            <a:pPr>
              <a:lnSpc>
                <a:spcPct val="110000"/>
              </a:lnSpc>
            </a:pPr>
            <a:r>
              <a:rPr lang="nl-NL" sz="3200" baseline="-25000" dirty="0"/>
              <a:t>De puzzel/uitdaging voor de komende jaren</a:t>
            </a:r>
          </a:p>
          <a:p>
            <a:pPr>
              <a:lnSpc>
                <a:spcPct val="110000"/>
              </a:lnSpc>
            </a:pPr>
            <a:r>
              <a:rPr lang="nl-NL" sz="3200" baseline="-25000" dirty="0"/>
              <a:t>Veiligheid, omgeving, leefbare samenleving, samenwerking, betrekken burgers, kaders &amp; Regelgeving op maat, groei en voorspoed economische aspecten</a:t>
            </a:r>
          </a:p>
          <a:p>
            <a:pPr>
              <a:lnSpc>
                <a:spcPct val="110000"/>
              </a:lnSpc>
            </a:pPr>
            <a:endParaRPr lang="nl-NL" sz="500" baseline="-25000" dirty="0"/>
          </a:p>
          <a:p>
            <a:pPr>
              <a:lnSpc>
                <a:spcPct val="110000"/>
              </a:lnSpc>
            </a:pPr>
            <a:endParaRPr lang="nl-NL" sz="500" baseline="-25000" dirty="0"/>
          </a:p>
          <a:p>
            <a:pPr>
              <a:lnSpc>
                <a:spcPct val="110000"/>
              </a:lnSpc>
            </a:pPr>
            <a:endParaRPr lang="nl-NL" sz="500" baseline="-25000" dirty="0"/>
          </a:p>
          <a:p>
            <a:pPr>
              <a:lnSpc>
                <a:spcPct val="110000"/>
              </a:lnSpc>
            </a:pPr>
            <a:endParaRPr lang="nl-NL" sz="500" baseline="-25000" dirty="0"/>
          </a:p>
        </p:txBody>
      </p:sp>
    </p:spTree>
    <p:extLst>
      <p:ext uri="{BB962C8B-B14F-4D97-AF65-F5344CB8AC3E}">
        <p14:creationId xmlns:p14="http://schemas.microsoft.com/office/powerpoint/2010/main" val="1274833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FADEEB51-9B7B-97ED-0075-342DEC55B6E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D706AE2E-B17B-43A3-84F8-9C0FE9466C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12192003" cy="6858001"/>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EFFB8CF-3E94-42D7-849C-841E7744B2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bg2"/>
              </a:gs>
              <a:gs pos="100000">
                <a:schemeClr val="tx2">
                  <a:lumMod val="60000"/>
                  <a:lumOff val="40000"/>
                </a:schemeClr>
              </a:gs>
            </a:gsLst>
            <a:lin ang="5400000" scaled="0"/>
            <a:tileRect/>
          </a:gradFill>
        </p:grpSpPr>
        <p:sp>
          <p:nvSpPr>
            <p:cNvPr id="11" name="Rectangle 5">
              <a:extLst>
                <a:ext uri="{FF2B5EF4-FFF2-40B4-BE49-F238E27FC236}">
                  <a16:creationId xmlns:a16="http://schemas.microsoft.com/office/drawing/2014/main" id="{C274DE9A-4502-4454-911E-B7FE9ED6DE3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12" name="Freeform 6">
              <a:extLst>
                <a:ext uri="{FF2B5EF4-FFF2-40B4-BE49-F238E27FC236}">
                  <a16:creationId xmlns:a16="http://schemas.microsoft.com/office/drawing/2014/main" id="{76AFCF59-7BED-416B-ACD9-EA099C9B29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3" name="Freeform 7">
              <a:extLst>
                <a:ext uri="{FF2B5EF4-FFF2-40B4-BE49-F238E27FC236}">
                  <a16:creationId xmlns:a16="http://schemas.microsoft.com/office/drawing/2014/main" id="{8EEECEBC-B149-42E5-8164-EE5456F0624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4" name="Rectangle 8">
              <a:extLst>
                <a:ext uri="{FF2B5EF4-FFF2-40B4-BE49-F238E27FC236}">
                  <a16:creationId xmlns:a16="http://schemas.microsoft.com/office/drawing/2014/main" id="{03B49256-D2D8-436B-8F29-0C7E53366F1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15" name="Freeform 9">
              <a:extLst>
                <a:ext uri="{FF2B5EF4-FFF2-40B4-BE49-F238E27FC236}">
                  <a16:creationId xmlns:a16="http://schemas.microsoft.com/office/drawing/2014/main" id="{4045E56F-B537-408E-B346-B9B15C39A5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6" name="Freeform 10">
              <a:extLst>
                <a:ext uri="{FF2B5EF4-FFF2-40B4-BE49-F238E27FC236}">
                  <a16:creationId xmlns:a16="http://schemas.microsoft.com/office/drawing/2014/main" id="{904BDB2F-0893-4AD7-A871-C808C9651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7" name="Freeform 11">
              <a:extLst>
                <a:ext uri="{FF2B5EF4-FFF2-40B4-BE49-F238E27FC236}">
                  <a16:creationId xmlns:a16="http://schemas.microsoft.com/office/drawing/2014/main" id="{512D8C6F-C154-4928-9891-DDCF50DA6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8" name="Freeform 12">
              <a:extLst>
                <a:ext uri="{FF2B5EF4-FFF2-40B4-BE49-F238E27FC236}">
                  <a16:creationId xmlns:a16="http://schemas.microsoft.com/office/drawing/2014/main" id="{7E2BBA63-D694-4AD5-976F-4F1CDB204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19" name="Freeform 13">
              <a:extLst>
                <a:ext uri="{FF2B5EF4-FFF2-40B4-BE49-F238E27FC236}">
                  <a16:creationId xmlns:a16="http://schemas.microsoft.com/office/drawing/2014/main" id="{394F9847-4F95-42E8-AE7E-8DD8A0E27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0" name="Freeform 14">
              <a:extLst>
                <a:ext uri="{FF2B5EF4-FFF2-40B4-BE49-F238E27FC236}">
                  <a16:creationId xmlns:a16="http://schemas.microsoft.com/office/drawing/2014/main" id="{48CE4CA3-085D-44AC-996B-9F347B7BC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1" name="Freeform 15">
              <a:extLst>
                <a:ext uri="{FF2B5EF4-FFF2-40B4-BE49-F238E27FC236}">
                  <a16:creationId xmlns:a16="http://schemas.microsoft.com/office/drawing/2014/main" id="{0D7459AE-7E00-4707-B574-1D3636BB46E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2" name="Freeform 16">
              <a:extLst>
                <a:ext uri="{FF2B5EF4-FFF2-40B4-BE49-F238E27FC236}">
                  <a16:creationId xmlns:a16="http://schemas.microsoft.com/office/drawing/2014/main" id="{EF95E020-0C4A-4BD5-84BE-6DF8B8BCAB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3" name="Freeform 17">
              <a:extLst>
                <a:ext uri="{FF2B5EF4-FFF2-40B4-BE49-F238E27FC236}">
                  <a16:creationId xmlns:a16="http://schemas.microsoft.com/office/drawing/2014/main" id="{18CC4862-B9BB-4E63-9630-AA5241E68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4" name="Freeform 18">
              <a:extLst>
                <a:ext uri="{FF2B5EF4-FFF2-40B4-BE49-F238E27FC236}">
                  <a16:creationId xmlns:a16="http://schemas.microsoft.com/office/drawing/2014/main" id="{156A0508-DDAB-4BFB-824D-CA9D3D83332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5" name="Freeform 19">
              <a:extLst>
                <a:ext uri="{FF2B5EF4-FFF2-40B4-BE49-F238E27FC236}">
                  <a16:creationId xmlns:a16="http://schemas.microsoft.com/office/drawing/2014/main" id="{E3B0103B-60DE-4385-B84E-53694FB9A2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6" name="Freeform 20">
              <a:extLst>
                <a:ext uri="{FF2B5EF4-FFF2-40B4-BE49-F238E27FC236}">
                  <a16:creationId xmlns:a16="http://schemas.microsoft.com/office/drawing/2014/main" id="{C8C1C0D4-C36E-4251-A97F-436AFA37974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7" name="Freeform 21">
              <a:extLst>
                <a:ext uri="{FF2B5EF4-FFF2-40B4-BE49-F238E27FC236}">
                  <a16:creationId xmlns:a16="http://schemas.microsoft.com/office/drawing/2014/main" id="{550D7341-7849-4B72-A2D7-68B7161D43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8" name="Freeform 22">
              <a:extLst>
                <a:ext uri="{FF2B5EF4-FFF2-40B4-BE49-F238E27FC236}">
                  <a16:creationId xmlns:a16="http://schemas.microsoft.com/office/drawing/2014/main" id="{C9E742C7-3FF2-4931-B087-46AAA6C33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29" name="Freeform 23">
              <a:extLst>
                <a:ext uri="{FF2B5EF4-FFF2-40B4-BE49-F238E27FC236}">
                  <a16:creationId xmlns:a16="http://schemas.microsoft.com/office/drawing/2014/main" id="{424AF1DB-9264-4B94-9F0D-EF37F12D470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0" name="Freeform 24">
              <a:extLst>
                <a:ext uri="{FF2B5EF4-FFF2-40B4-BE49-F238E27FC236}">
                  <a16:creationId xmlns:a16="http://schemas.microsoft.com/office/drawing/2014/main" id="{766E43D2-CF93-4468-9B12-FFB234513D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1" name="Freeform 25">
              <a:extLst>
                <a:ext uri="{FF2B5EF4-FFF2-40B4-BE49-F238E27FC236}">
                  <a16:creationId xmlns:a16="http://schemas.microsoft.com/office/drawing/2014/main" id="{AC24EC38-E0E5-4A4E-A64D-359DD4A55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2" name="Freeform 26">
              <a:extLst>
                <a:ext uri="{FF2B5EF4-FFF2-40B4-BE49-F238E27FC236}">
                  <a16:creationId xmlns:a16="http://schemas.microsoft.com/office/drawing/2014/main" id="{338D8FE1-6073-44CF-857C-9273A160754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3" name="Freeform 27">
              <a:extLst>
                <a:ext uri="{FF2B5EF4-FFF2-40B4-BE49-F238E27FC236}">
                  <a16:creationId xmlns:a16="http://schemas.microsoft.com/office/drawing/2014/main" id="{39BAF819-1ABF-4754-B2E6-8C023A3B9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4" name="Freeform 28">
              <a:extLst>
                <a:ext uri="{FF2B5EF4-FFF2-40B4-BE49-F238E27FC236}">
                  <a16:creationId xmlns:a16="http://schemas.microsoft.com/office/drawing/2014/main" id="{2B5FE77A-C8CA-4E0E-BA89-53BA982E6A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5" name="Freeform 29">
              <a:extLst>
                <a:ext uri="{FF2B5EF4-FFF2-40B4-BE49-F238E27FC236}">
                  <a16:creationId xmlns:a16="http://schemas.microsoft.com/office/drawing/2014/main" id="{264169FF-BB01-4F56-812A-738BE4AAC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6" name="Freeform 30">
              <a:extLst>
                <a:ext uri="{FF2B5EF4-FFF2-40B4-BE49-F238E27FC236}">
                  <a16:creationId xmlns:a16="http://schemas.microsoft.com/office/drawing/2014/main" id="{831BA8DD-49DA-443B-AD7A-1680CD28753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7" name="Freeform 31">
              <a:extLst>
                <a:ext uri="{FF2B5EF4-FFF2-40B4-BE49-F238E27FC236}">
                  <a16:creationId xmlns:a16="http://schemas.microsoft.com/office/drawing/2014/main" id="{15B5FD47-B408-4DD0-BA9C-76C3F6814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8" name="Freeform 32">
              <a:extLst>
                <a:ext uri="{FF2B5EF4-FFF2-40B4-BE49-F238E27FC236}">
                  <a16:creationId xmlns:a16="http://schemas.microsoft.com/office/drawing/2014/main" id="{2432FB6B-FBB2-438F-A3BC-0392CA9448E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39" name="Rectangle 33">
              <a:extLst>
                <a:ext uri="{FF2B5EF4-FFF2-40B4-BE49-F238E27FC236}">
                  <a16:creationId xmlns:a16="http://schemas.microsoft.com/office/drawing/2014/main" id="{A9E1CA69-4810-4E1D-A227-EA4EF0151F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40" name="Freeform 34">
              <a:extLst>
                <a:ext uri="{FF2B5EF4-FFF2-40B4-BE49-F238E27FC236}">
                  <a16:creationId xmlns:a16="http://schemas.microsoft.com/office/drawing/2014/main" id="{978653C5-EFDF-4617-9A6A-E810A9C22D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1" name="Freeform 35">
              <a:extLst>
                <a:ext uri="{FF2B5EF4-FFF2-40B4-BE49-F238E27FC236}">
                  <a16:creationId xmlns:a16="http://schemas.microsoft.com/office/drawing/2014/main" id="{F1B9F231-1E6A-4122-81B0-043E2A5F5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2" name="Freeform 36">
              <a:extLst>
                <a:ext uri="{FF2B5EF4-FFF2-40B4-BE49-F238E27FC236}">
                  <a16:creationId xmlns:a16="http://schemas.microsoft.com/office/drawing/2014/main" id="{DF2B6BD0-0057-43BC-8681-9FAC9FC53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3" name="Freeform 37">
              <a:extLst>
                <a:ext uri="{FF2B5EF4-FFF2-40B4-BE49-F238E27FC236}">
                  <a16:creationId xmlns:a16="http://schemas.microsoft.com/office/drawing/2014/main" id="{6D7D7117-2276-4EB9-882B-A44A2DB066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4" name="Freeform 38">
              <a:extLst>
                <a:ext uri="{FF2B5EF4-FFF2-40B4-BE49-F238E27FC236}">
                  <a16:creationId xmlns:a16="http://schemas.microsoft.com/office/drawing/2014/main" id="{98AD68EB-6444-4B28-8F06-C0B6111AC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5" name="Freeform 39">
              <a:extLst>
                <a:ext uri="{FF2B5EF4-FFF2-40B4-BE49-F238E27FC236}">
                  <a16:creationId xmlns:a16="http://schemas.microsoft.com/office/drawing/2014/main" id="{438FA125-C459-48A2-913F-F5D04E160E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6" name="Freeform 40">
              <a:extLst>
                <a:ext uri="{FF2B5EF4-FFF2-40B4-BE49-F238E27FC236}">
                  <a16:creationId xmlns:a16="http://schemas.microsoft.com/office/drawing/2014/main" id="{18E796D1-6480-436F-947D-550CCE516E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7" name="Freeform 41">
              <a:extLst>
                <a:ext uri="{FF2B5EF4-FFF2-40B4-BE49-F238E27FC236}">
                  <a16:creationId xmlns:a16="http://schemas.microsoft.com/office/drawing/2014/main" id="{4549B300-4F89-4E35-B5E7-53E3C6A5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8" name="Freeform 42">
              <a:extLst>
                <a:ext uri="{FF2B5EF4-FFF2-40B4-BE49-F238E27FC236}">
                  <a16:creationId xmlns:a16="http://schemas.microsoft.com/office/drawing/2014/main" id="{D8DA6C40-62DD-4FB3-8D06-5A599E38236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49" name="Freeform 43">
              <a:extLst>
                <a:ext uri="{FF2B5EF4-FFF2-40B4-BE49-F238E27FC236}">
                  <a16:creationId xmlns:a16="http://schemas.microsoft.com/office/drawing/2014/main" id="{28EE2B35-9D3D-4925-8DA9-9DF0E40BC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0" name="Freeform 44">
              <a:extLst>
                <a:ext uri="{FF2B5EF4-FFF2-40B4-BE49-F238E27FC236}">
                  <a16:creationId xmlns:a16="http://schemas.microsoft.com/office/drawing/2014/main" id="{9DB82611-4043-4758-81EC-2239619803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1" name="Rectangle 45">
              <a:extLst>
                <a:ext uri="{FF2B5EF4-FFF2-40B4-BE49-F238E27FC236}">
                  <a16:creationId xmlns:a16="http://schemas.microsoft.com/office/drawing/2014/main" id="{A8210AB3-0776-4F74-9227-5E448D1AFA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nl-NL"/>
            </a:p>
          </p:txBody>
        </p:sp>
        <p:sp>
          <p:nvSpPr>
            <p:cNvPr id="52" name="Freeform 46">
              <a:extLst>
                <a:ext uri="{FF2B5EF4-FFF2-40B4-BE49-F238E27FC236}">
                  <a16:creationId xmlns:a16="http://schemas.microsoft.com/office/drawing/2014/main" id="{002C10AB-E300-481E-AFA5-410481B163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3" name="Freeform 47">
              <a:extLst>
                <a:ext uri="{FF2B5EF4-FFF2-40B4-BE49-F238E27FC236}">
                  <a16:creationId xmlns:a16="http://schemas.microsoft.com/office/drawing/2014/main" id="{11F47C5E-0453-4EF5-B969-A8263DC6AF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4" name="Freeform 48">
              <a:extLst>
                <a:ext uri="{FF2B5EF4-FFF2-40B4-BE49-F238E27FC236}">
                  <a16:creationId xmlns:a16="http://schemas.microsoft.com/office/drawing/2014/main" id="{D0CFDC87-55E8-40E1-BD98-4E1EA2C095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5" name="Freeform 49">
              <a:extLst>
                <a:ext uri="{FF2B5EF4-FFF2-40B4-BE49-F238E27FC236}">
                  <a16:creationId xmlns:a16="http://schemas.microsoft.com/office/drawing/2014/main" id="{C1151505-8A7F-41D8-AE03-AD172E38C0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6" name="Freeform 50">
              <a:extLst>
                <a:ext uri="{FF2B5EF4-FFF2-40B4-BE49-F238E27FC236}">
                  <a16:creationId xmlns:a16="http://schemas.microsoft.com/office/drawing/2014/main" id="{918DAD20-1F9F-41A7-B9D0-EE92F9B32D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7" name="Freeform 51">
              <a:extLst>
                <a:ext uri="{FF2B5EF4-FFF2-40B4-BE49-F238E27FC236}">
                  <a16:creationId xmlns:a16="http://schemas.microsoft.com/office/drawing/2014/main" id="{D303B51B-ADCC-43C9-AE4F-0168CFA63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8" name="Freeform 52">
              <a:extLst>
                <a:ext uri="{FF2B5EF4-FFF2-40B4-BE49-F238E27FC236}">
                  <a16:creationId xmlns:a16="http://schemas.microsoft.com/office/drawing/2014/main" id="{5621B409-0B0A-4827-81F9-684C335EE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59" name="Freeform 53">
              <a:extLst>
                <a:ext uri="{FF2B5EF4-FFF2-40B4-BE49-F238E27FC236}">
                  <a16:creationId xmlns:a16="http://schemas.microsoft.com/office/drawing/2014/main" id="{FCA6910E-A4EC-464B-B285-5F1E40AEF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0" name="Freeform 54">
              <a:extLst>
                <a:ext uri="{FF2B5EF4-FFF2-40B4-BE49-F238E27FC236}">
                  <a16:creationId xmlns:a16="http://schemas.microsoft.com/office/drawing/2014/main" id="{7D0C75DF-4953-4E72-B34A-2F8BD05235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1" name="Freeform 55">
              <a:extLst>
                <a:ext uri="{FF2B5EF4-FFF2-40B4-BE49-F238E27FC236}">
                  <a16:creationId xmlns:a16="http://schemas.microsoft.com/office/drawing/2014/main" id="{998A65EA-C434-41FF-B792-2BDC115019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2" name="Freeform 56">
              <a:extLst>
                <a:ext uri="{FF2B5EF4-FFF2-40B4-BE49-F238E27FC236}">
                  <a16:creationId xmlns:a16="http://schemas.microsoft.com/office/drawing/2014/main" id="{3A6D2AE4-7ABD-4946-BE69-5FD3C1A1D6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3" name="Freeform 57">
              <a:extLst>
                <a:ext uri="{FF2B5EF4-FFF2-40B4-BE49-F238E27FC236}">
                  <a16:creationId xmlns:a16="http://schemas.microsoft.com/office/drawing/2014/main" id="{833A81DC-8A3A-4141-A713-A2FE1C572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sp>
          <p:nvSpPr>
            <p:cNvPr id="64" name="Freeform 58">
              <a:extLst>
                <a:ext uri="{FF2B5EF4-FFF2-40B4-BE49-F238E27FC236}">
                  <a16:creationId xmlns:a16="http://schemas.microsoft.com/office/drawing/2014/main" id="{47BB7FFD-57DB-41BD-8D42-9FB58174B1B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nl-NL"/>
            </a:p>
          </p:txBody>
        </p:sp>
      </p:grpSp>
      <p:pic>
        <p:nvPicPr>
          <p:cNvPr id="66" name="Picture 2">
            <a:extLst>
              <a:ext uri="{FF2B5EF4-FFF2-40B4-BE49-F238E27FC236}">
                <a16:creationId xmlns:a16="http://schemas.microsoft.com/office/drawing/2014/main" id="{3631D3C9-4C1D-4B3A-A737-E6E7800424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3" y="-3747"/>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3" name="Ondertitel 2">
            <a:extLst>
              <a:ext uri="{FF2B5EF4-FFF2-40B4-BE49-F238E27FC236}">
                <a16:creationId xmlns:a16="http://schemas.microsoft.com/office/drawing/2014/main" id="{C7AFC40B-47A8-4F4F-82B5-9C2E88B53114}"/>
              </a:ext>
            </a:extLst>
          </p:cNvPr>
          <p:cNvSpPr>
            <a:spLocks noGrp="1"/>
          </p:cNvSpPr>
          <p:nvPr>
            <p:ph type="subTitle" idx="1"/>
          </p:nvPr>
        </p:nvSpPr>
        <p:spPr>
          <a:xfrm>
            <a:off x="8141959" y="3983038"/>
            <a:ext cx="3500301" cy="2052720"/>
          </a:xfrm>
        </p:spPr>
        <p:txBody>
          <a:bodyPr>
            <a:normAutofit/>
          </a:bodyPr>
          <a:lstStyle/>
          <a:p>
            <a:r>
              <a:rPr lang="nl-NL" sz="1800" dirty="0">
                <a:solidFill>
                  <a:schemeClr val="bg2"/>
                </a:solidFill>
              </a:rPr>
              <a:t>Een nieuwe ordening van mens, machine en maatschappij</a:t>
            </a:r>
          </a:p>
          <a:p>
            <a:endParaRPr lang="nl-NL" sz="1800" dirty="0">
              <a:solidFill>
                <a:schemeClr val="bg2"/>
              </a:solidFill>
            </a:endParaRPr>
          </a:p>
          <a:p>
            <a:endParaRPr lang="nl-NL" sz="1800" dirty="0">
              <a:solidFill>
                <a:schemeClr val="bg2"/>
              </a:solidFill>
            </a:endParaRPr>
          </a:p>
          <a:p>
            <a:endParaRPr lang="nl-NL" sz="1800" dirty="0">
              <a:solidFill>
                <a:schemeClr val="bg2"/>
              </a:solidFill>
            </a:endParaRPr>
          </a:p>
          <a:p>
            <a:endParaRPr lang="nl-NL" sz="1800" dirty="0">
              <a:solidFill>
                <a:schemeClr val="bg2"/>
              </a:solidFill>
            </a:endParaRPr>
          </a:p>
          <a:p>
            <a:endParaRPr lang="nl-NL" sz="1800" dirty="0">
              <a:solidFill>
                <a:schemeClr val="bg2"/>
              </a:solidFill>
            </a:endParaRPr>
          </a:p>
        </p:txBody>
      </p:sp>
      <p:sp useBgFill="1">
        <p:nvSpPr>
          <p:cNvPr id="68" name="Round Diagonal Corner Rectangle 6">
            <a:extLst>
              <a:ext uri="{FF2B5EF4-FFF2-40B4-BE49-F238E27FC236}">
                <a16:creationId xmlns:a16="http://schemas.microsoft.com/office/drawing/2014/main" id="{5B986EF0-8540-483D-9DDE-1F168FAAC7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49" y="808057"/>
            <a:ext cx="6752461"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el 1">
            <a:extLst>
              <a:ext uri="{FF2B5EF4-FFF2-40B4-BE49-F238E27FC236}">
                <a16:creationId xmlns:a16="http://schemas.microsoft.com/office/drawing/2014/main" id="{9733A794-187D-C31D-0384-9D4AEAB560D9}"/>
              </a:ext>
            </a:extLst>
          </p:cNvPr>
          <p:cNvGraphicFramePr>
            <a:graphicFrameLocks noGrp="1"/>
          </p:cNvGraphicFramePr>
          <p:nvPr>
            <p:extLst>
              <p:ext uri="{D42A27DB-BD31-4B8C-83A1-F6EECF244321}">
                <p14:modId xmlns:p14="http://schemas.microsoft.com/office/powerpoint/2010/main" val="1078054464"/>
              </p:ext>
            </p:extLst>
          </p:nvPr>
        </p:nvGraphicFramePr>
        <p:xfrm>
          <a:off x="979924" y="1027956"/>
          <a:ext cx="6503660" cy="4887488"/>
        </p:xfrm>
        <a:graphic>
          <a:graphicData uri="http://schemas.openxmlformats.org/drawingml/2006/table">
            <a:tbl>
              <a:tblPr firstRow="1" bandRow="1">
                <a:tableStyleId>{5940675A-B579-460E-94D1-54222C63F5DA}</a:tableStyleId>
              </a:tblPr>
              <a:tblGrid>
                <a:gridCol w="1214184">
                  <a:extLst>
                    <a:ext uri="{9D8B030D-6E8A-4147-A177-3AD203B41FA5}">
                      <a16:colId xmlns:a16="http://schemas.microsoft.com/office/drawing/2014/main" val="2687279277"/>
                    </a:ext>
                  </a:extLst>
                </a:gridCol>
                <a:gridCol w="2635797">
                  <a:extLst>
                    <a:ext uri="{9D8B030D-6E8A-4147-A177-3AD203B41FA5}">
                      <a16:colId xmlns:a16="http://schemas.microsoft.com/office/drawing/2014/main" val="3209749105"/>
                    </a:ext>
                  </a:extLst>
                </a:gridCol>
                <a:gridCol w="2653679">
                  <a:extLst>
                    <a:ext uri="{9D8B030D-6E8A-4147-A177-3AD203B41FA5}">
                      <a16:colId xmlns:a16="http://schemas.microsoft.com/office/drawing/2014/main" val="202265192"/>
                    </a:ext>
                  </a:extLst>
                </a:gridCol>
              </a:tblGrid>
              <a:tr h="743127">
                <a:tc>
                  <a:txBody>
                    <a:bodyPr/>
                    <a:lstStyle/>
                    <a:p>
                      <a:r>
                        <a:rPr lang="nl-NL" sz="1200" dirty="0">
                          <a:solidFill>
                            <a:srgbClr val="002060"/>
                          </a:solidFill>
                        </a:rPr>
                        <a:t>Demografisch3</a:t>
                      </a:r>
                    </a:p>
                  </a:txBody>
                  <a:tcPr marL="60502" marR="60502" marT="30251" marB="30251"/>
                </a:tc>
                <a:tc>
                  <a:txBody>
                    <a:bodyPr/>
                    <a:lstStyle/>
                    <a:p>
                      <a:r>
                        <a:rPr lang="nl-NL" sz="1200">
                          <a:solidFill>
                            <a:srgbClr val="002060"/>
                          </a:solidFill>
                        </a:rPr>
                        <a:t>Vergrijzing, behoefte aan zorg. Tekort arbeidskrachten. Slimme infra, onderhoud veiligheid etc.</a:t>
                      </a:r>
                    </a:p>
                  </a:txBody>
                  <a:tcPr marL="60502" marR="60502" marT="30251" marB="30251"/>
                </a:tc>
                <a:tc>
                  <a:txBody>
                    <a:bodyPr/>
                    <a:lstStyle/>
                    <a:p>
                      <a:r>
                        <a:rPr lang="nl-NL" sz="1200" dirty="0">
                          <a:solidFill>
                            <a:srgbClr val="002060"/>
                          </a:solidFill>
                        </a:rPr>
                        <a:t>Zorgrobots</a:t>
                      </a:r>
                    </a:p>
                    <a:p>
                      <a:r>
                        <a:rPr lang="nl-NL" sz="1200" dirty="0">
                          <a:solidFill>
                            <a:srgbClr val="002060"/>
                          </a:solidFill>
                        </a:rPr>
                        <a:t>Ondersteuning arbeid, politie</a:t>
                      </a:r>
                    </a:p>
                    <a:p>
                      <a:r>
                        <a:rPr lang="nl-NL" sz="1200" dirty="0">
                          <a:solidFill>
                            <a:srgbClr val="002060"/>
                          </a:solidFill>
                        </a:rPr>
                        <a:t>Robot-dichtheid</a:t>
                      </a:r>
                    </a:p>
                  </a:txBody>
                  <a:tcPr marL="60502" marR="60502" marT="30251" marB="30251"/>
                </a:tc>
                <a:extLst>
                  <a:ext uri="{0D108BD9-81ED-4DB2-BD59-A6C34878D82A}">
                    <a16:rowId xmlns:a16="http://schemas.microsoft.com/office/drawing/2014/main" val="2089312883"/>
                  </a:ext>
                </a:extLst>
              </a:tr>
              <a:tr h="957490">
                <a:tc>
                  <a:txBody>
                    <a:bodyPr/>
                    <a:lstStyle/>
                    <a:p>
                      <a:r>
                        <a:rPr lang="nl-NL" sz="1200" dirty="0">
                          <a:solidFill>
                            <a:srgbClr val="002060"/>
                          </a:solidFill>
                        </a:rPr>
                        <a:t>Economisch</a:t>
                      </a:r>
                    </a:p>
                  </a:txBody>
                  <a:tcPr marL="60502" marR="60502" marT="30251" marB="30251"/>
                </a:tc>
                <a:tc>
                  <a:txBody>
                    <a:bodyPr/>
                    <a:lstStyle/>
                    <a:p>
                      <a:r>
                        <a:rPr lang="nl-NL" sz="1200">
                          <a:solidFill>
                            <a:srgbClr val="002060"/>
                          </a:solidFill>
                        </a:rPr>
                        <a:t>Investering AI, autonome systemen, productie/efficiency, emerging market AI-consulting, datamanagement</a:t>
                      </a:r>
                    </a:p>
                  </a:txBody>
                  <a:tcPr marL="60502" marR="60502" marT="30251" marB="30251"/>
                </a:tc>
                <a:tc>
                  <a:txBody>
                    <a:bodyPr/>
                    <a:lstStyle/>
                    <a:p>
                      <a:r>
                        <a:rPr lang="nl-NL" sz="1200">
                          <a:solidFill>
                            <a:srgbClr val="002060"/>
                          </a:solidFill>
                        </a:rPr>
                        <a:t>Kostenbesparingen, herwaardering werk, kloof met en zonder AI, digitale afhankelijkheid</a:t>
                      </a:r>
                    </a:p>
                  </a:txBody>
                  <a:tcPr marL="60502" marR="60502" marT="30251" marB="30251"/>
                </a:tc>
                <a:extLst>
                  <a:ext uri="{0D108BD9-81ED-4DB2-BD59-A6C34878D82A}">
                    <a16:rowId xmlns:a16="http://schemas.microsoft.com/office/drawing/2014/main" val="2835571977"/>
                  </a:ext>
                </a:extLst>
              </a:tr>
              <a:tr h="743127">
                <a:tc>
                  <a:txBody>
                    <a:bodyPr/>
                    <a:lstStyle/>
                    <a:p>
                      <a:r>
                        <a:rPr lang="nl-NL" sz="1200" dirty="0">
                          <a:solidFill>
                            <a:srgbClr val="002060"/>
                          </a:solidFill>
                        </a:rPr>
                        <a:t>Politiek-juridisch</a:t>
                      </a:r>
                    </a:p>
                  </a:txBody>
                  <a:tcPr marL="60502" marR="60502" marT="30251" marB="30251"/>
                </a:tc>
                <a:tc>
                  <a:txBody>
                    <a:bodyPr/>
                    <a:lstStyle/>
                    <a:p>
                      <a:r>
                        <a:rPr lang="nl-NL" sz="1200">
                          <a:solidFill>
                            <a:srgbClr val="002060"/>
                          </a:solidFill>
                        </a:rPr>
                        <a:t>Wetgeving EU AI act, data-ethiek, autonomoie, militair, concurrentie, veiligheid</a:t>
                      </a:r>
                    </a:p>
                  </a:txBody>
                  <a:tcPr marL="60502" marR="60502" marT="30251" marB="30251"/>
                </a:tc>
                <a:tc>
                  <a:txBody>
                    <a:bodyPr/>
                    <a:lstStyle/>
                    <a:p>
                      <a:r>
                        <a:rPr lang="nl-NL" sz="1200">
                          <a:solidFill>
                            <a:srgbClr val="002060"/>
                          </a:solidFill>
                        </a:rPr>
                        <a:t>AI gedrag,veiligheid,data, internationale spanningen, AI-governance wereldwijd</a:t>
                      </a:r>
                    </a:p>
                  </a:txBody>
                  <a:tcPr marL="60502" marR="60502" marT="30251" marB="30251"/>
                </a:tc>
                <a:extLst>
                  <a:ext uri="{0D108BD9-81ED-4DB2-BD59-A6C34878D82A}">
                    <a16:rowId xmlns:a16="http://schemas.microsoft.com/office/drawing/2014/main" val="2061597396"/>
                  </a:ext>
                </a:extLst>
              </a:tr>
              <a:tr h="743127">
                <a:tc>
                  <a:txBody>
                    <a:bodyPr/>
                    <a:lstStyle/>
                    <a:p>
                      <a:r>
                        <a:rPr lang="nl-NL" sz="1200">
                          <a:solidFill>
                            <a:srgbClr val="002060"/>
                          </a:solidFill>
                        </a:rPr>
                        <a:t>Ecologisch</a:t>
                      </a:r>
                    </a:p>
                  </a:txBody>
                  <a:tcPr marL="60502" marR="60502" marT="30251" marB="30251"/>
                </a:tc>
                <a:tc>
                  <a:txBody>
                    <a:bodyPr/>
                    <a:lstStyle/>
                    <a:p>
                      <a:r>
                        <a:rPr lang="nl-NL" sz="1200" dirty="0">
                          <a:solidFill>
                            <a:srgbClr val="002060"/>
                          </a:solidFill>
                        </a:rPr>
                        <a:t>AI helpt bij energieoptimalisatie maar hoog gebruik </a:t>
                      </a:r>
                      <a:r>
                        <a:rPr lang="nl-NL" sz="1200" dirty="0" err="1">
                          <a:solidFill>
                            <a:srgbClr val="002060"/>
                          </a:solidFill>
                        </a:rPr>
                        <a:t>bijv</a:t>
                      </a:r>
                      <a:r>
                        <a:rPr lang="nl-NL" sz="1200" dirty="0">
                          <a:solidFill>
                            <a:srgbClr val="002060"/>
                          </a:solidFill>
                        </a:rPr>
                        <a:t> datacenters. Robotica landbouw</a:t>
                      </a:r>
                    </a:p>
                  </a:txBody>
                  <a:tcPr marL="60502" marR="60502" marT="30251" marB="30251"/>
                </a:tc>
                <a:tc>
                  <a:txBody>
                    <a:bodyPr/>
                    <a:lstStyle/>
                    <a:p>
                      <a:r>
                        <a:rPr lang="nl-NL" sz="1200" dirty="0">
                          <a:solidFill>
                            <a:srgbClr val="002060"/>
                          </a:solidFill>
                        </a:rPr>
                        <a:t>Duurzame productie, milieudruk “groene </a:t>
                      </a:r>
                      <a:r>
                        <a:rPr lang="nl-NL" sz="1200" dirty="0" err="1">
                          <a:solidFill>
                            <a:srgbClr val="002060"/>
                          </a:solidFill>
                        </a:rPr>
                        <a:t>cloud</a:t>
                      </a:r>
                      <a:r>
                        <a:rPr lang="nl-NL" sz="1200" dirty="0">
                          <a:solidFill>
                            <a:srgbClr val="002060"/>
                          </a:solidFill>
                        </a:rPr>
                        <a:t>” balans technologie redder en ver-0vuiler</a:t>
                      </a:r>
                    </a:p>
                  </a:txBody>
                  <a:tcPr marL="60502" marR="60502" marT="30251" marB="30251"/>
                </a:tc>
                <a:extLst>
                  <a:ext uri="{0D108BD9-81ED-4DB2-BD59-A6C34878D82A}">
                    <a16:rowId xmlns:a16="http://schemas.microsoft.com/office/drawing/2014/main" val="2837592244"/>
                  </a:ext>
                </a:extLst>
              </a:tr>
              <a:tr h="957490">
                <a:tc>
                  <a:txBody>
                    <a:bodyPr/>
                    <a:lstStyle/>
                    <a:p>
                      <a:r>
                        <a:rPr lang="nl-NL" sz="1200">
                          <a:solidFill>
                            <a:srgbClr val="002060"/>
                          </a:solidFill>
                        </a:rPr>
                        <a:t>Sociaal-cultureel</a:t>
                      </a:r>
                    </a:p>
                  </a:txBody>
                  <a:tcPr marL="60502" marR="60502" marT="30251" marB="30251"/>
                </a:tc>
                <a:tc>
                  <a:txBody>
                    <a:bodyPr/>
                    <a:lstStyle/>
                    <a:p>
                      <a:r>
                        <a:rPr lang="nl-NL" sz="1200">
                          <a:solidFill>
                            <a:srgbClr val="002060"/>
                          </a:solidFill>
                        </a:rPr>
                        <a:t>Interactie mens/machine, angst/fascinatie controle, morele vraagstukken empathie, authenticiteit</a:t>
                      </a:r>
                    </a:p>
                  </a:txBody>
                  <a:tcPr marL="60502" marR="60502" marT="30251" marB="30251"/>
                </a:tc>
                <a:tc>
                  <a:txBody>
                    <a:bodyPr/>
                    <a:lstStyle/>
                    <a:p>
                      <a:r>
                        <a:rPr lang="nl-NL" sz="1200" dirty="0" err="1">
                          <a:solidFill>
                            <a:srgbClr val="002060"/>
                          </a:solidFill>
                        </a:rPr>
                        <a:t>Mensbeeld”wat</a:t>
                      </a:r>
                      <a:r>
                        <a:rPr lang="nl-NL" sz="1200" dirty="0">
                          <a:solidFill>
                            <a:srgbClr val="002060"/>
                          </a:solidFill>
                        </a:rPr>
                        <a:t> is dat?” vertrouwen. </a:t>
                      </a:r>
                      <a:r>
                        <a:rPr lang="nl-NL" sz="1200" dirty="0" err="1">
                          <a:solidFill>
                            <a:srgbClr val="002060"/>
                          </a:solidFill>
                        </a:rPr>
                        <a:t>Onderwijs&amp;ethiek</a:t>
                      </a:r>
                      <a:r>
                        <a:rPr lang="nl-NL" sz="1200" dirty="0">
                          <a:solidFill>
                            <a:srgbClr val="002060"/>
                          </a:solidFill>
                        </a:rPr>
                        <a:t>, culturele verschillen accept versus scepsis</a:t>
                      </a:r>
                    </a:p>
                  </a:txBody>
                  <a:tcPr marL="60502" marR="60502" marT="30251" marB="30251"/>
                </a:tc>
                <a:extLst>
                  <a:ext uri="{0D108BD9-81ED-4DB2-BD59-A6C34878D82A}">
                    <a16:rowId xmlns:a16="http://schemas.microsoft.com/office/drawing/2014/main" val="1567187784"/>
                  </a:ext>
                </a:extLst>
              </a:tr>
              <a:tr h="743127">
                <a:tc>
                  <a:txBody>
                    <a:bodyPr/>
                    <a:lstStyle/>
                    <a:p>
                      <a:r>
                        <a:rPr lang="nl-NL" sz="1200">
                          <a:solidFill>
                            <a:srgbClr val="002060"/>
                          </a:solidFill>
                        </a:rPr>
                        <a:t>Technologie</a:t>
                      </a:r>
                    </a:p>
                  </a:txBody>
                  <a:tcPr marL="60502" marR="60502" marT="30251" marB="30251"/>
                </a:tc>
                <a:tc>
                  <a:txBody>
                    <a:bodyPr/>
                    <a:lstStyle/>
                    <a:p>
                      <a:r>
                        <a:rPr lang="nl-NL" sz="1200">
                          <a:solidFill>
                            <a:srgbClr val="002060"/>
                          </a:solidFill>
                        </a:rPr>
                        <a:t>Versmelting AI, Robotica, IoT, autonome eco, generatieve AI zelflerend, adaptief gedrag</a:t>
                      </a:r>
                    </a:p>
                  </a:txBody>
                  <a:tcPr marL="60502" marR="60502" marT="30251" marB="30251"/>
                </a:tc>
                <a:tc>
                  <a:txBody>
                    <a:bodyPr/>
                    <a:lstStyle/>
                    <a:p>
                      <a:r>
                        <a:rPr lang="nl-NL" sz="1200" dirty="0">
                          <a:solidFill>
                            <a:srgbClr val="002060"/>
                          </a:solidFill>
                        </a:rPr>
                        <a:t>Exponentiele versnelling, risico op </a:t>
                      </a:r>
                      <a:r>
                        <a:rPr lang="nl-NL" sz="1200" dirty="0" err="1">
                          <a:solidFill>
                            <a:srgbClr val="002060"/>
                          </a:solidFill>
                        </a:rPr>
                        <a:t>blackbox</a:t>
                      </a:r>
                      <a:r>
                        <a:rPr lang="nl-NL" sz="1200" dirty="0">
                          <a:solidFill>
                            <a:srgbClr val="002060"/>
                          </a:solidFill>
                        </a:rPr>
                        <a:t>, neuro interfaces en afhankelijkheid</a:t>
                      </a:r>
                    </a:p>
                  </a:txBody>
                  <a:tcPr marL="60502" marR="60502" marT="30251" marB="30251"/>
                </a:tc>
                <a:extLst>
                  <a:ext uri="{0D108BD9-81ED-4DB2-BD59-A6C34878D82A}">
                    <a16:rowId xmlns:a16="http://schemas.microsoft.com/office/drawing/2014/main" val="3565881483"/>
                  </a:ext>
                </a:extLst>
              </a:tr>
            </a:tbl>
          </a:graphicData>
        </a:graphic>
      </p:graphicFrame>
    </p:spTree>
    <p:extLst>
      <p:ext uri="{BB962C8B-B14F-4D97-AF65-F5344CB8AC3E}">
        <p14:creationId xmlns:p14="http://schemas.microsoft.com/office/powerpoint/2010/main" val="3769468790"/>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show="0">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a:extLst>
            <a:ext uri="{FF2B5EF4-FFF2-40B4-BE49-F238E27FC236}">
              <a16:creationId xmlns:a16="http://schemas.microsoft.com/office/drawing/2014/main" id="{6FB8C253-DD61-154B-2B89-DD90343FA3B9}"/>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FC55232B-4817-8B50-E130-4900B8C265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9" name="Rectangle 8">
              <a:extLst>
                <a:ext uri="{FF2B5EF4-FFF2-40B4-BE49-F238E27FC236}">
                  <a16:creationId xmlns:a16="http://schemas.microsoft.com/office/drawing/2014/main" id="{6E3F7BA1-BFED-4BF3-AC79-8010E8D884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pic>
          <p:nvPicPr>
            <p:cNvPr id="10" name="Picture 2">
              <a:extLst>
                <a:ext uri="{FF2B5EF4-FFF2-40B4-BE49-F238E27FC236}">
                  <a16:creationId xmlns:a16="http://schemas.microsoft.com/office/drawing/2014/main" id="{AB73F1B2-25F6-A4C7-5A52-E9039523C8A3}"/>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4">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p14="http://schemas.microsoft.com/office/powerpoint/2010/main" xmlns:a14="http://schemas.microsoft.com/office/drawing/2010/main" xmlns:a16="http://schemas.microsoft.com/office/drawing/2014/main" xmlns="">
                  <a:solidFill>
                    <a:srgbClr val="FFFFFF"/>
                  </a:solidFill>
                </a14:hiddenFill>
              </a:ext>
            </a:extLst>
          </p:spPr>
        </p:pic>
      </p:grpSp>
      <p:sp>
        <p:nvSpPr>
          <p:cNvPr id="3" name="Ondertitel 2">
            <a:extLst>
              <a:ext uri="{FF2B5EF4-FFF2-40B4-BE49-F238E27FC236}">
                <a16:creationId xmlns:a16="http://schemas.microsoft.com/office/drawing/2014/main" id="{CDE273FE-BACA-1726-5B60-DB4F531FF7BC}"/>
              </a:ext>
            </a:extLst>
          </p:cNvPr>
          <p:cNvSpPr>
            <a:spLocks noGrp="1"/>
          </p:cNvSpPr>
          <p:nvPr>
            <p:ph type="subTitle" idx="1"/>
          </p:nvPr>
        </p:nvSpPr>
        <p:spPr>
          <a:xfrm>
            <a:off x="5230896" y="220337"/>
            <a:ext cx="6732504" cy="6375726"/>
          </a:xfrm>
        </p:spPr>
        <p:txBody>
          <a:bodyPr>
            <a:normAutofit fontScale="70000" lnSpcReduction="20000"/>
          </a:bodyPr>
          <a:lstStyle/>
          <a:p>
            <a:pPr>
              <a:lnSpc>
                <a:spcPct val="110000"/>
              </a:lnSpc>
            </a:pPr>
            <a:r>
              <a:rPr lang="nl-NL" sz="2400" dirty="0"/>
              <a:t>Wie gebruikt er al AI? En wie heeft al te maken gehad met </a:t>
            </a:r>
            <a:r>
              <a:rPr lang="nl-NL" sz="2400" dirty="0" err="1"/>
              <a:t>Robotics</a:t>
            </a:r>
            <a:endParaRPr lang="nl-NL" sz="2400" dirty="0"/>
          </a:p>
          <a:p>
            <a:pPr>
              <a:lnSpc>
                <a:spcPct val="110000"/>
              </a:lnSpc>
            </a:pPr>
            <a:r>
              <a:rPr lang="nl-NL" sz="2400" dirty="0"/>
              <a:t>&lt;intermezzo Alex?</a:t>
            </a:r>
          </a:p>
          <a:p>
            <a:pPr>
              <a:lnSpc>
                <a:spcPct val="110000"/>
              </a:lnSpc>
            </a:pPr>
            <a:r>
              <a:rPr lang="nl-NL" sz="2400" u="sng" dirty="0"/>
              <a:t>Techniek</a:t>
            </a:r>
            <a:r>
              <a:rPr lang="nl-NL" sz="2400" dirty="0"/>
              <a:t>: meenemen in de moderne technologische ontwikkelingen AI, robots, trends wearables, smart </a:t>
            </a:r>
            <a:r>
              <a:rPr lang="nl-NL" sz="2400" dirty="0" err="1"/>
              <a:t>city</a:t>
            </a:r>
            <a:r>
              <a:rPr lang="nl-NL" sz="2400" dirty="0"/>
              <a:t>. </a:t>
            </a:r>
          </a:p>
          <a:p>
            <a:pPr>
              <a:lnSpc>
                <a:spcPct val="110000"/>
              </a:lnSpc>
            </a:pPr>
            <a:r>
              <a:rPr lang="nl-NL" sz="2400" u="sng" dirty="0"/>
              <a:t>Feit en hype</a:t>
            </a:r>
            <a:r>
              <a:rPr lang="nl-NL" sz="2400" dirty="0"/>
              <a:t> (wat kan wel, wat niet en verwachtingen) voorbeelden uit het verleden de startmotor van een rijtuig was een zweep. Hoe zou je gekomen zijn tot deze ontwikkeling etc.. =</a:t>
            </a:r>
          </a:p>
          <a:p>
            <a:pPr>
              <a:lnSpc>
                <a:spcPct val="110000"/>
              </a:lnSpc>
            </a:pPr>
            <a:r>
              <a:rPr lang="nl-NL" sz="2400" u="sng" dirty="0"/>
              <a:t>Mens: psychologie waarom innovatie vaak bedreigend is</a:t>
            </a:r>
            <a:r>
              <a:rPr lang="nl-NL" sz="2400" dirty="0"/>
              <a:t>. De assen van weten en niet vertrouwen. De emotie controle verlies, baan kwijt raken, privacy en identiteit</a:t>
            </a:r>
          </a:p>
          <a:p>
            <a:pPr>
              <a:lnSpc>
                <a:spcPct val="110000"/>
              </a:lnSpc>
            </a:pPr>
            <a:r>
              <a:rPr lang="nl-NL" sz="2400" u="sng" dirty="0"/>
              <a:t>Maatschappij:</a:t>
            </a:r>
            <a:r>
              <a:rPr lang="nl-NL" sz="2400" dirty="0"/>
              <a:t> elementen in beweging vanuit historisch perspectief. Samenleving inrichting/opbouw en samen werking. Van jagers/verzamelaars via middeleeuwse steden/gildes, </a:t>
            </a:r>
            <a:r>
              <a:rPr lang="nl-NL" sz="2400" dirty="0" err="1"/>
              <a:t>ind</a:t>
            </a:r>
            <a:r>
              <a:rPr lang="nl-NL" sz="2400" dirty="0"/>
              <a:t> revolutie naar 4</a:t>
            </a:r>
            <a:r>
              <a:rPr lang="nl-NL" sz="2400" baseline="30000" dirty="0"/>
              <a:t>e</a:t>
            </a:r>
            <a:r>
              <a:rPr lang="nl-NL" sz="2400" dirty="0"/>
              <a:t> </a:t>
            </a:r>
            <a:r>
              <a:rPr lang="nl-NL" sz="2400" dirty="0" err="1"/>
              <a:t>industriele</a:t>
            </a:r>
            <a:r>
              <a:rPr lang="nl-NL" sz="2400" dirty="0"/>
              <a:t> revolutie; </a:t>
            </a:r>
            <a:r>
              <a:rPr lang="nl-NL" sz="2400" dirty="0" err="1"/>
              <a:t>disruptive</a:t>
            </a:r>
            <a:r>
              <a:rPr lang="nl-NL" sz="2400" dirty="0"/>
              <a:t>, globaal wegvallen van </a:t>
            </a:r>
            <a:r>
              <a:rPr lang="nl-NL" sz="2400" dirty="0" err="1"/>
              <a:t>community’s</a:t>
            </a:r>
            <a:r>
              <a:rPr lang="nl-NL" sz="2400" dirty="0"/>
              <a:t> communicatie steeds meer “digitaal” </a:t>
            </a:r>
            <a:r>
              <a:rPr lang="nl-NL" sz="2400" dirty="0" err="1"/>
              <a:t>augmented</a:t>
            </a:r>
            <a:r>
              <a:rPr lang="nl-NL" sz="2400" dirty="0"/>
              <a:t> </a:t>
            </a:r>
            <a:r>
              <a:rPr lang="nl-NL" sz="2400" dirty="0" err="1"/>
              <a:t>reality</a:t>
            </a:r>
            <a:r>
              <a:rPr lang="nl-NL" sz="2400" dirty="0"/>
              <a:t>. Inweven de piraat “ontdekkingsreiziger, buiten de begaande paden, stoer, durven maar ook gevaar. Of de geuzen Zoetermeer. 0</a:t>
            </a:r>
          </a:p>
          <a:p>
            <a:pPr>
              <a:lnSpc>
                <a:spcPct val="110000"/>
              </a:lnSpc>
            </a:pPr>
            <a:endParaRPr lang="nl-NL" sz="2400" dirty="0"/>
          </a:p>
          <a:p>
            <a:pPr>
              <a:lnSpc>
                <a:spcPct val="110000"/>
              </a:lnSpc>
            </a:pPr>
            <a:endParaRPr lang="nl-NL" sz="2400" dirty="0"/>
          </a:p>
          <a:p>
            <a:pPr>
              <a:lnSpc>
                <a:spcPct val="110000"/>
              </a:lnSpc>
            </a:pPr>
            <a:endParaRPr lang="nl-NL" sz="2400" dirty="0"/>
          </a:p>
          <a:p>
            <a:pPr>
              <a:lnSpc>
                <a:spcPct val="110000"/>
              </a:lnSpc>
            </a:pPr>
            <a:endParaRPr lang="nl-NL" sz="2400" dirty="0"/>
          </a:p>
          <a:p>
            <a:pPr>
              <a:lnSpc>
                <a:spcPct val="110000"/>
              </a:lnSpc>
            </a:pPr>
            <a:endParaRPr lang="nl-NL" sz="500" dirty="0"/>
          </a:p>
        </p:txBody>
      </p:sp>
      <p:pic>
        <p:nvPicPr>
          <p:cNvPr id="2" name="Afbeelding 1">
            <a:extLst>
              <a:ext uri="{FF2B5EF4-FFF2-40B4-BE49-F238E27FC236}">
                <a16:creationId xmlns:a16="http://schemas.microsoft.com/office/drawing/2014/main" id="{7F2F74E0-2AD2-F947-1D6F-64777F12C41C}"/>
              </a:ext>
            </a:extLst>
          </p:cNvPr>
          <p:cNvPicPr>
            <a:picLocks noChangeAspect="1"/>
          </p:cNvPicPr>
          <p:nvPr/>
        </p:nvPicPr>
        <p:blipFill>
          <a:blip r:embed="rId5"/>
          <a:srcRect l="597"/>
          <a:stretch>
            <a:fillRect/>
          </a:stretch>
        </p:blipFill>
        <p:spPr>
          <a:xfrm>
            <a:off x="-5597" y="10"/>
            <a:ext cx="4635583" cy="6857990"/>
          </a:xfrm>
          <a:prstGeom prst="rect">
            <a:avLst/>
          </a:prstGeom>
        </p:spPr>
      </p:pic>
      <p:grpSp>
        <p:nvGrpSpPr>
          <p:cNvPr id="12" name="Group 11">
            <a:extLst>
              <a:ext uri="{FF2B5EF4-FFF2-40B4-BE49-F238E27FC236}">
                <a16:creationId xmlns:a16="http://schemas.microsoft.com/office/drawing/2014/main" id="{D583EA6E-096B-CACD-15FA-A71CB4DF1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13" name="Rectangle 5">
              <a:extLst>
                <a:ext uri="{FF2B5EF4-FFF2-40B4-BE49-F238E27FC236}">
                  <a16:creationId xmlns:a16="http://schemas.microsoft.com/office/drawing/2014/main" id="{2BA5AB25-D9A7-6DC2-7B9D-7D850B8E28F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4" name="Freeform 6">
              <a:extLst>
                <a:ext uri="{FF2B5EF4-FFF2-40B4-BE49-F238E27FC236}">
                  <a16:creationId xmlns:a16="http://schemas.microsoft.com/office/drawing/2014/main" id="{AC8F0A0B-8660-6E11-3E11-5CDBE8EEF0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5" name="Freeform 7">
              <a:extLst>
                <a:ext uri="{FF2B5EF4-FFF2-40B4-BE49-F238E27FC236}">
                  <a16:creationId xmlns:a16="http://schemas.microsoft.com/office/drawing/2014/main" id="{B534AFC0-5995-6E4F-A2A1-785EEDFE056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6" name="Rectangle 8">
              <a:extLst>
                <a:ext uri="{FF2B5EF4-FFF2-40B4-BE49-F238E27FC236}">
                  <a16:creationId xmlns:a16="http://schemas.microsoft.com/office/drawing/2014/main" id="{2B7563A9-E8E0-5FD7-2A4A-E7D5954804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7" name="Freeform 9">
              <a:extLst>
                <a:ext uri="{FF2B5EF4-FFF2-40B4-BE49-F238E27FC236}">
                  <a16:creationId xmlns:a16="http://schemas.microsoft.com/office/drawing/2014/main" id="{E1F278C7-A804-5BC6-F346-5D5EAA227D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8" name="Freeform 10">
              <a:extLst>
                <a:ext uri="{FF2B5EF4-FFF2-40B4-BE49-F238E27FC236}">
                  <a16:creationId xmlns:a16="http://schemas.microsoft.com/office/drawing/2014/main" id="{05B70E9E-C5F8-CAC1-EF29-3AC851A4A0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19" name="Freeform 11">
              <a:extLst>
                <a:ext uri="{FF2B5EF4-FFF2-40B4-BE49-F238E27FC236}">
                  <a16:creationId xmlns:a16="http://schemas.microsoft.com/office/drawing/2014/main" id="{09A0A330-BFE7-23AE-0FDB-ADBF79505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0" name="Freeform 12">
              <a:extLst>
                <a:ext uri="{FF2B5EF4-FFF2-40B4-BE49-F238E27FC236}">
                  <a16:creationId xmlns:a16="http://schemas.microsoft.com/office/drawing/2014/main" id="{F5601E58-5A75-AF35-E328-3A5607326A1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1" name="Freeform 13">
              <a:extLst>
                <a:ext uri="{FF2B5EF4-FFF2-40B4-BE49-F238E27FC236}">
                  <a16:creationId xmlns:a16="http://schemas.microsoft.com/office/drawing/2014/main" id="{91089BBA-E891-275A-26BF-14474ECEB2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2" name="Freeform 14">
              <a:extLst>
                <a:ext uri="{FF2B5EF4-FFF2-40B4-BE49-F238E27FC236}">
                  <a16:creationId xmlns:a16="http://schemas.microsoft.com/office/drawing/2014/main" id="{B8484A1E-21DC-0CEE-9CA1-615BE4612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3" name="Freeform 15">
              <a:extLst>
                <a:ext uri="{FF2B5EF4-FFF2-40B4-BE49-F238E27FC236}">
                  <a16:creationId xmlns:a16="http://schemas.microsoft.com/office/drawing/2014/main" id="{308A6900-94B0-5DD3-3FC6-7604742582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4" name="Freeform 16">
              <a:extLst>
                <a:ext uri="{FF2B5EF4-FFF2-40B4-BE49-F238E27FC236}">
                  <a16:creationId xmlns:a16="http://schemas.microsoft.com/office/drawing/2014/main" id="{AE5A0DAA-A4AF-EB2B-3EFA-FF2398B644E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5" name="Freeform 17">
              <a:extLst>
                <a:ext uri="{FF2B5EF4-FFF2-40B4-BE49-F238E27FC236}">
                  <a16:creationId xmlns:a16="http://schemas.microsoft.com/office/drawing/2014/main" id="{88F16E1E-1B27-310D-5D56-ACD8589ED0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6" name="Freeform 18">
              <a:extLst>
                <a:ext uri="{FF2B5EF4-FFF2-40B4-BE49-F238E27FC236}">
                  <a16:creationId xmlns:a16="http://schemas.microsoft.com/office/drawing/2014/main" id="{DCC6359F-C88A-7737-88E3-ED4D5A61F6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7" name="Freeform 19">
              <a:extLst>
                <a:ext uri="{FF2B5EF4-FFF2-40B4-BE49-F238E27FC236}">
                  <a16:creationId xmlns:a16="http://schemas.microsoft.com/office/drawing/2014/main" id="{26D7470D-B340-CDD6-8DC3-39BBBA8ED1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8" name="Freeform 20">
              <a:extLst>
                <a:ext uri="{FF2B5EF4-FFF2-40B4-BE49-F238E27FC236}">
                  <a16:creationId xmlns:a16="http://schemas.microsoft.com/office/drawing/2014/main" id="{37CEA082-36A0-E024-14A7-3C34D1A8D5F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9" name="Freeform 21">
              <a:extLst>
                <a:ext uri="{FF2B5EF4-FFF2-40B4-BE49-F238E27FC236}">
                  <a16:creationId xmlns:a16="http://schemas.microsoft.com/office/drawing/2014/main" id="{3E3CCAA1-F689-428F-3E5C-A4651C6F39A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0" name="Freeform 22">
              <a:extLst>
                <a:ext uri="{FF2B5EF4-FFF2-40B4-BE49-F238E27FC236}">
                  <a16:creationId xmlns:a16="http://schemas.microsoft.com/office/drawing/2014/main" id="{64F94937-D7C2-81A4-8F0B-7713622C8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1" name="Freeform 23">
              <a:extLst>
                <a:ext uri="{FF2B5EF4-FFF2-40B4-BE49-F238E27FC236}">
                  <a16:creationId xmlns:a16="http://schemas.microsoft.com/office/drawing/2014/main" id="{C582C75F-62B1-C1BF-BA1A-F3AC6D821E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2" name="Freeform 24">
              <a:extLst>
                <a:ext uri="{FF2B5EF4-FFF2-40B4-BE49-F238E27FC236}">
                  <a16:creationId xmlns:a16="http://schemas.microsoft.com/office/drawing/2014/main" id="{DCC17483-203B-E319-EF25-721A2DA42D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3" name="Freeform 25">
              <a:extLst>
                <a:ext uri="{FF2B5EF4-FFF2-40B4-BE49-F238E27FC236}">
                  <a16:creationId xmlns:a16="http://schemas.microsoft.com/office/drawing/2014/main" id="{A7C31C2C-99D2-AEA6-06C6-87677079A5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4" name="Freeform 26">
              <a:extLst>
                <a:ext uri="{FF2B5EF4-FFF2-40B4-BE49-F238E27FC236}">
                  <a16:creationId xmlns:a16="http://schemas.microsoft.com/office/drawing/2014/main" id="{F56593A8-C8A5-C98F-892E-1FCC2EC3AE8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5" name="Freeform 27">
              <a:extLst>
                <a:ext uri="{FF2B5EF4-FFF2-40B4-BE49-F238E27FC236}">
                  <a16:creationId xmlns:a16="http://schemas.microsoft.com/office/drawing/2014/main" id="{0CCF282B-17F0-580D-9E7F-403562B98C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6" name="Freeform 28">
              <a:extLst>
                <a:ext uri="{FF2B5EF4-FFF2-40B4-BE49-F238E27FC236}">
                  <a16:creationId xmlns:a16="http://schemas.microsoft.com/office/drawing/2014/main" id="{5B13455B-522C-EFDE-ADB9-FF64C228E31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7" name="Freeform 29">
              <a:extLst>
                <a:ext uri="{FF2B5EF4-FFF2-40B4-BE49-F238E27FC236}">
                  <a16:creationId xmlns:a16="http://schemas.microsoft.com/office/drawing/2014/main" id="{D31E0DE7-48B8-9ACC-D9AE-FDDAC2E73C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8" name="Freeform 30">
              <a:extLst>
                <a:ext uri="{FF2B5EF4-FFF2-40B4-BE49-F238E27FC236}">
                  <a16:creationId xmlns:a16="http://schemas.microsoft.com/office/drawing/2014/main" id="{38DE5E08-71EC-0528-F042-0E15021FB5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39" name="Freeform 31">
              <a:extLst>
                <a:ext uri="{FF2B5EF4-FFF2-40B4-BE49-F238E27FC236}">
                  <a16:creationId xmlns:a16="http://schemas.microsoft.com/office/drawing/2014/main" id="{79C81CF0-357D-D714-83CF-6F04E6EF46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0" name="Freeform 32">
              <a:extLst>
                <a:ext uri="{FF2B5EF4-FFF2-40B4-BE49-F238E27FC236}">
                  <a16:creationId xmlns:a16="http://schemas.microsoft.com/office/drawing/2014/main" id="{1A511176-D043-60CE-B4FD-1A1FCEB7D87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1" name="Rectangle 33">
              <a:extLst>
                <a:ext uri="{FF2B5EF4-FFF2-40B4-BE49-F238E27FC236}">
                  <a16:creationId xmlns:a16="http://schemas.microsoft.com/office/drawing/2014/main" id="{152ED989-351A-A4E0-2C42-12B66293819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2" name="Freeform 34">
              <a:extLst>
                <a:ext uri="{FF2B5EF4-FFF2-40B4-BE49-F238E27FC236}">
                  <a16:creationId xmlns:a16="http://schemas.microsoft.com/office/drawing/2014/main" id="{BE3E8BA5-E802-BA4E-FD9F-9D0A194C9F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3" name="Freeform 35">
              <a:extLst>
                <a:ext uri="{FF2B5EF4-FFF2-40B4-BE49-F238E27FC236}">
                  <a16:creationId xmlns:a16="http://schemas.microsoft.com/office/drawing/2014/main" id="{CE1D7F5B-FF1C-4428-06BE-8EEC511287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4" name="Freeform 36">
              <a:extLst>
                <a:ext uri="{FF2B5EF4-FFF2-40B4-BE49-F238E27FC236}">
                  <a16:creationId xmlns:a16="http://schemas.microsoft.com/office/drawing/2014/main" id="{5A21F091-18D3-8AA5-F890-0B778C0CEE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5" name="Freeform 37">
              <a:extLst>
                <a:ext uri="{FF2B5EF4-FFF2-40B4-BE49-F238E27FC236}">
                  <a16:creationId xmlns:a16="http://schemas.microsoft.com/office/drawing/2014/main" id="{E4EE9B90-7C4E-DB53-0C42-34638FEB7FA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6" name="Freeform 38">
              <a:extLst>
                <a:ext uri="{FF2B5EF4-FFF2-40B4-BE49-F238E27FC236}">
                  <a16:creationId xmlns:a16="http://schemas.microsoft.com/office/drawing/2014/main" id="{0B3DE698-E6FA-B5B6-ACE0-446B8965E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7" name="Freeform 39">
              <a:extLst>
                <a:ext uri="{FF2B5EF4-FFF2-40B4-BE49-F238E27FC236}">
                  <a16:creationId xmlns:a16="http://schemas.microsoft.com/office/drawing/2014/main" id="{321C6EBC-8E31-1663-F7E8-80B9F2A84B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8" name="Freeform 40">
              <a:extLst>
                <a:ext uri="{FF2B5EF4-FFF2-40B4-BE49-F238E27FC236}">
                  <a16:creationId xmlns:a16="http://schemas.microsoft.com/office/drawing/2014/main" id="{139A5CD8-2E40-F6CE-21F3-FB9640C1FD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49" name="Freeform 41">
              <a:extLst>
                <a:ext uri="{FF2B5EF4-FFF2-40B4-BE49-F238E27FC236}">
                  <a16:creationId xmlns:a16="http://schemas.microsoft.com/office/drawing/2014/main" id="{90DB830F-ECE2-E80F-C74F-543D04D0F2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0" name="Freeform 42">
              <a:extLst>
                <a:ext uri="{FF2B5EF4-FFF2-40B4-BE49-F238E27FC236}">
                  <a16:creationId xmlns:a16="http://schemas.microsoft.com/office/drawing/2014/main" id="{AE7B53EF-F8E8-E10F-0147-FD94AF1D4E0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1" name="Freeform 43">
              <a:extLst>
                <a:ext uri="{FF2B5EF4-FFF2-40B4-BE49-F238E27FC236}">
                  <a16:creationId xmlns:a16="http://schemas.microsoft.com/office/drawing/2014/main" id="{00A47278-2D5E-9D2E-B6C2-C6C9A602EF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2" name="Freeform 44">
              <a:extLst>
                <a:ext uri="{FF2B5EF4-FFF2-40B4-BE49-F238E27FC236}">
                  <a16:creationId xmlns:a16="http://schemas.microsoft.com/office/drawing/2014/main" id="{7A052686-4D01-01FE-4B25-85F35DCA8E5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3" name="Rectangle 45">
              <a:extLst>
                <a:ext uri="{FF2B5EF4-FFF2-40B4-BE49-F238E27FC236}">
                  <a16:creationId xmlns:a16="http://schemas.microsoft.com/office/drawing/2014/main" id="{CF28153C-F184-6A38-0BEB-967BDCEE369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4" name="Freeform 46">
              <a:extLst>
                <a:ext uri="{FF2B5EF4-FFF2-40B4-BE49-F238E27FC236}">
                  <a16:creationId xmlns:a16="http://schemas.microsoft.com/office/drawing/2014/main" id="{A9240FE9-EDED-93E5-D281-BED1D6DD02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5" name="Freeform 47">
              <a:extLst>
                <a:ext uri="{FF2B5EF4-FFF2-40B4-BE49-F238E27FC236}">
                  <a16:creationId xmlns:a16="http://schemas.microsoft.com/office/drawing/2014/main" id="{12DB3388-1D94-4846-CB54-152F49F39C0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6" name="Freeform 48">
              <a:extLst>
                <a:ext uri="{FF2B5EF4-FFF2-40B4-BE49-F238E27FC236}">
                  <a16:creationId xmlns:a16="http://schemas.microsoft.com/office/drawing/2014/main" id="{4F29FDB5-73FD-0434-4767-1153679641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7" name="Freeform 49">
              <a:extLst>
                <a:ext uri="{FF2B5EF4-FFF2-40B4-BE49-F238E27FC236}">
                  <a16:creationId xmlns:a16="http://schemas.microsoft.com/office/drawing/2014/main" id="{57E77920-2E9D-0859-DF57-0CBC405C4F5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8" name="Freeform 50">
              <a:extLst>
                <a:ext uri="{FF2B5EF4-FFF2-40B4-BE49-F238E27FC236}">
                  <a16:creationId xmlns:a16="http://schemas.microsoft.com/office/drawing/2014/main" id="{82AC52ED-7C39-0D24-56E1-8032789CCCC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59" name="Freeform 51">
              <a:extLst>
                <a:ext uri="{FF2B5EF4-FFF2-40B4-BE49-F238E27FC236}">
                  <a16:creationId xmlns:a16="http://schemas.microsoft.com/office/drawing/2014/main" id="{CF8C5038-4881-6EAC-8B68-1F7221AA1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0" name="Freeform 52">
              <a:extLst>
                <a:ext uri="{FF2B5EF4-FFF2-40B4-BE49-F238E27FC236}">
                  <a16:creationId xmlns:a16="http://schemas.microsoft.com/office/drawing/2014/main" id="{2D8EF2B8-C0D1-23CC-F5A6-9E3667A23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1" name="Freeform 53">
              <a:extLst>
                <a:ext uri="{FF2B5EF4-FFF2-40B4-BE49-F238E27FC236}">
                  <a16:creationId xmlns:a16="http://schemas.microsoft.com/office/drawing/2014/main" id="{5D424E2B-0B41-F7E7-2CF3-F2ECF182B0E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2" name="Freeform 54">
              <a:extLst>
                <a:ext uri="{FF2B5EF4-FFF2-40B4-BE49-F238E27FC236}">
                  <a16:creationId xmlns:a16="http://schemas.microsoft.com/office/drawing/2014/main" id="{1DD7AC10-406F-4A9B-61BB-A127EB11B87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3" name="Freeform 55">
              <a:extLst>
                <a:ext uri="{FF2B5EF4-FFF2-40B4-BE49-F238E27FC236}">
                  <a16:creationId xmlns:a16="http://schemas.microsoft.com/office/drawing/2014/main" id="{88F138FB-806E-00B9-CF66-62205E7859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4" name="Freeform 56">
              <a:extLst>
                <a:ext uri="{FF2B5EF4-FFF2-40B4-BE49-F238E27FC236}">
                  <a16:creationId xmlns:a16="http://schemas.microsoft.com/office/drawing/2014/main" id="{579CD60A-9D45-50A1-68F9-81EFC1DA391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5" name="Freeform 57">
              <a:extLst>
                <a:ext uri="{FF2B5EF4-FFF2-40B4-BE49-F238E27FC236}">
                  <a16:creationId xmlns:a16="http://schemas.microsoft.com/office/drawing/2014/main" id="{5CBB398B-9B09-E8C4-7045-423139C859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66" name="Freeform 58">
              <a:extLst>
                <a:ext uri="{FF2B5EF4-FFF2-40B4-BE49-F238E27FC236}">
                  <a16:creationId xmlns:a16="http://schemas.microsoft.com/office/drawing/2014/main" id="{ABB9D7DD-08AC-B3D1-02B0-E4E716FBDB8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grpSp>
      <p:grpSp>
        <p:nvGrpSpPr>
          <p:cNvPr id="68" name="Group 67">
            <a:extLst>
              <a:ext uri="{FF2B5EF4-FFF2-40B4-BE49-F238E27FC236}">
                <a16:creationId xmlns:a16="http://schemas.microsoft.com/office/drawing/2014/main" id="{61B36FBF-8CB5-E2D5-B7D0-07093B0FEE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69" name="Freeform 32">
              <a:extLst>
                <a:ext uri="{FF2B5EF4-FFF2-40B4-BE49-F238E27FC236}">
                  <a16:creationId xmlns:a16="http://schemas.microsoft.com/office/drawing/2014/main" id="{20C69FFD-8E7C-DFB6-333D-597DA27B5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0" name="Freeform 33">
              <a:extLst>
                <a:ext uri="{FF2B5EF4-FFF2-40B4-BE49-F238E27FC236}">
                  <a16:creationId xmlns:a16="http://schemas.microsoft.com/office/drawing/2014/main" id="{3CAF48B1-A19F-B780-75FA-1770A7578FB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1" name="Freeform 34">
              <a:extLst>
                <a:ext uri="{FF2B5EF4-FFF2-40B4-BE49-F238E27FC236}">
                  <a16:creationId xmlns:a16="http://schemas.microsoft.com/office/drawing/2014/main" id="{508E76E4-7345-8B2B-E323-3850597875A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2" name="Freeform 35">
              <a:extLst>
                <a:ext uri="{FF2B5EF4-FFF2-40B4-BE49-F238E27FC236}">
                  <a16:creationId xmlns:a16="http://schemas.microsoft.com/office/drawing/2014/main" id="{19A18C49-17F3-4BAA-B0D5-38632CB7CD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3" name="Freeform 36">
              <a:extLst>
                <a:ext uri="{FF2B5EF4-FFF2-40B4-BE49-F238E27FC236}">
                  <a16:creationId xmlns:a16="http://schemas.microsoft.com/office/drawing/2014/main" id="{34DAEF1D-F936-5D7A-9D04-5A81DBE66A3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4" name="Freeform 37">
              <a:extLst>
                <a:ext uri="{FF2B5EF4-FFF2-40B4-BE49-F238E27FC236}">
                  <a16:creationId xmlns:a16="http://schemas.microsoft.com/office/drawing/2014/main" id="{B603044A-7F80-670A-26AA-3E51B8B9BC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5" name="Freeform 38">
              <a:extLst>
                <a:ext uri="{FF2B5EF4-FFF2-40B4-BE49-F238E27FC236}">
                  <a16:creationId xmlns:a16="http://schemas.microsoft.com/office/drawing/2014/main" id="{BAD9E1DC-677A-3839-8EAE-38821F35D5C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6" name="Freeform 39">
              <a:extLst>
                <a:ext uri="{FF2B5EF4-FFF2-40B4-BE49-F238E27FC236}">
                  <a16:creationId xmlns:a16="http://schemas.microsoft.com/office/drawing/2014/main" id="{83F2417D-F0A3-F970-2719-B25ADC1808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7" name="Freeform 40">
              <a:extLst>
                <a:ext uri="{FF2B5EF4-FFF2-40B4-BE49-F238E27FC236}">
                  <a16:creationId xmlns:a16="http://schemas.microsoft.com/office/drawing/2014/main" id="{615F7067-DFF6-D131-CDB4-A2604FCFAD5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round/>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78" name="Rectangle 41">
              <a:extLst>
                <a:ext uri="{FF2B5EF4-FFF2-40B4-BE49-F238E27FC236}">
                  <a16:creationId xmlns:a16="http://schemas.microsoft.com/office/drawing/2014/main" id="{280AC264-2F48-5943-A1DF-7A74EC28FE2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p14="http://schemas.microsoft.com/office/powerpoint/2010/main" xmlns:a14="http://schemas.microsoft.com/office/drawing/2010/main" xmlns:a16="http://schemas.microsoft.com/office/drawing/2014/main" xmlns=""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nl-NL"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grpSp>
    </p:spTree>
    <p:extLst>
      <p:ext uri="{BB962C8B-B14F-4D97-AF65-F5344CB8AC3E}">
        <p14:creationId xmlns:p14="http://schemas.microsoft.com/office/powerpoint/2010/main" val="8573880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{DD9632B3-A758-41B1-A17B-A7B706FBCD5C}TF6d5feb1e-e145-43f1-b745-cb4b54c5ee97bd0344da-5365f0786330</Template>
  <TotalTime>11</TotalTime>
  <Words>1434</Words>
  <Application>Microsoft Office PowerPoint</Application>
  <PresentationFormat>Breedbeeld</PresentationFormat>
  <Paragraphs>129</Paragraphs>
  <Slides>9</Slides>
  <Notes>9</Notes>
  <HiddenSlides>2</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9</vt:i4>
      </vt:variant>
    </vt:vector>
  </HeadingPairs>
  <TitlesOfParts>
    <vt:vector size="14" baseType="lpstr">
      <vt:lpstr>Aptos</vt:lpstr>
      <vt:lpstr>Arial</vt:lpstr>
      <vt:lpstr>Tw Cen MT</vt:lpstr>
      <vt:lpstr>Wingdings</vt:lpstr>
      <vt:lpstr>Circuit</vt:lpstr>
      <vt:lpstr>AI &amp; RobOTICS</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Joke Kaptein</dc:creator>
  <cp:lastModifiedBy>Frank Ugh</cp:lastModifiedBy>
  <cp:revision>27</cp:revision>
  <dcterms:created xsi:type="dcterms:W3CDTF">2026-03-14T10:23:50Z</dcterms:created>
  <dcterms:modified xsi:type="dcterms:W3CDTF">2026-03-16T19:47:27Z</dcterms:modified>
</cp:coreProperties>
</file>